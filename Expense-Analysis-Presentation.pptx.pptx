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4"/>
  </p:sldMasterIdLst>
  <p:notesMasterIdLst>
    <p:notesMasterId r:id="rId15"/>
  </p:notesMasterIdLst>
  <p:handoutMasterIdLst>
    <p:handoutMasterId r:id="rId16"/>
  </p:handoutMasterIdLst>
  <p:sldIdLst>
    <p:sldId id="256" r:id="rId5"/>
    <p:sldId id="351" r:id="rId6"/>
    <p:sldId id="337" r:id="rId7"/>
    <p:sldId id="343" r:id="rId8"/>
    <p:sldId id="346" r:id="rId9"/>
    <p:sldId id="345" r:id="rId10"/>
    <p:sldId id="347" r:id="rId11"/>
    <p:sldId id="348" r:id="rId12"/>
    <p:sldId id="349" r:id="rId13"/>
    <p:sldId id="35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1B8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5A89B8-0AA3-4907-A477-C47FE873D2C9}" v="158" dt="2026-01-13T15:33:04.187"/>
    <p1510:client id="{45F0E1BA-B0E8-4261-BB70-BDC5B8CC9D1D}" v="232" dt="2026-01-13T10:18:35.706"/>
    <p1510:client id="{726DC30B-A2B2-CCC5-B89E-7CC0D9C7634E}" v="1474" dt="2026-01-14T07:36:51.602"/>
    <p1510:client id="{A599685C-712E-43D2-AFF5-89917DA2014F}" v="486" dt="2026-01-13T15:22:09.987"/>
    <p1510:client id="{C035210F-19FC-7180-069B-572EA348B6B5}" v="35" dt="2026-01-14T04:14:40.3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9" autoAdjust="0"/>
    <p:restoredTop sz="95934"/>
  </p:normalViewPr>
  <p:slideViewPr>
    <p:cSldViewPr snapToGrid="0">
      <p:cViewPr>
        <p:scale>
          <a:sx n="100" d="100"/>
          <a:sy n="100" d="100"/>
        </p:scale>
        <p:origin x="-53" y="-485"/>
      </p:cViewPr>
      <p:guideLst/>
    </p:cSldViewPr>
  </p:slideViewPr>
  <p:notesTextViewPr>
    <p:cViewPr>
      <p:scale>
        <a:sx n="1" d="1"/>
        <a:sy n="1" d="1"/>
      </p:scale>
      <p:origin x="0" y="0"/>
    </p:cViewPr>
  </p:notesTextViewPr>
  <p:sorterViewPr>
    <p:cViewPr>
      <p:scale>
        <a:sx n="70" d="100"/>
        <a:sy n="70" d="100"/>
      </p:scale>
      <p:origin x="0" y="0"/>
    </p:cViewPr>
  </p:sorterViewPr>
  <p:notesViewPr>
    <p:cSldViewPr snapToGrid="0">
      <p:cViewPr varScale="1">
        <p:scale>
          <a:sx n="65" d="100"/>
          <a:sy n="65" d="100"/>
        </p:scale>
        <p:origin x="3154"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mesh Bitla" userId="505a3b8286548e55" providerId="Windows Live" clId="Web-{726DC30B-A2B2-CCC5-B89E-7CC0D9C7634E}"/>
    <pc:docChg chg="mod addSld delSld modSld sldOrd addMainMaster delMainMaster">
      <pc:chgData name="Umesh Bitla" userId="505a3b8286548e55" providerId="Windows Live" clId="Web-{726DC30B-A2B2-CCC5-B89E-7CC0D9C7634E}" dt="2026-01-14T07:36:51.602" v="1474" actId="20577"/>
      <pc:docMkLst>
        <pc:docMk/>
      </pc:docMkLst>
      <pc:sldChg chg="addSp delSp modSp mod modClrScheme delDesignElem chgLayout">
        <pc:chgData name="Umesh Bitla" userId="505a3b8286548e55" providerId="Windows Live" clId="Web-{726DC30B-A2B2-CCC5-B89E-7CC0D9C7634E}" dt="2026-01-14T07:36:51.602" v="1474" actId="20577"/>
        <pc:sldMkLst>
          <pc:docMk/>
          <pc:sldMk cId="2259308896" sldId="256"/>
        </pc:sldMkLst>
        <pc:spChg chg="mod ord">
          <ac:chgData name="Umesh Bitla" userId="505a3b8286548e55" providerId="Windows Live" clId="Web-{726DC30B-A2B2-CCC5-B89E-7CC0D9C7634E}" dt="2026-01-14T07:35:59.211" v="1469" actId="20577"/>
          <ac:spMkLst>
            <pc:docMk/>
            <pc:sldMk cId="2259308896" sldId="256"/>
            <ac:spMk id="2" creationId="{51DF3D98-3C30-4CFC-8643-C81E829C8C25}"/>
          </ac:spMkLst>
        </pc:spChg>
        <pc:spChg chg="mod ord">
          <ac:chgData name="Umesh Bitla" userId="505a3b8286548e55" providerId="Windows Live" clId="Web-{726DC30B-A2B2-CCC5-B89E-7CC0D9C7634E}" dt="2026-01-14T07:36:51.602" v="1474" actId="20577"/>
          <ac:spMkLst>
            <pc:docMk/>
            <pc:sldMk cId="2259308896" sldId="256"/>
            <ac:spMk id="3" creationId="{A068D447-28D3-4F5F-B2DC-FD67E9015868}"/>
          </ac:spMkLst>
        </pc:spChg>
        <pc:spChg chg="add del">
          <ac:chgData name="Umesh Bitla" userId="505a3b8286548e55" providerId="Windows Live" clId="Web-{726DC30B-A2B2-CCC5-B89E-7CC0D9C7634E}" dt="2026-01-14T07:19:23.359" v="1236"/>
          <ac:spMkLst>
            <pc:docMk/>
            <pc:sldMk cId="2259308896" sldId="256"/>
            <ac:spMk id="27" creationId="{A2E8F76A-2E7B-4CF0-A21A-E81A13268F46}"/>
          </ac:spMkLst>
        </pc:spChg>
        <pc:spChg chg="add del">
          <ac:chgData name="Umesh Bitla" userId="505a3b8286548e55" providerId="Windows Live" clId="Web-{726DC30B-A2B2-CCC5-B89E-7CC0D9C7634E}" dt="2026-01-14T07:19:23.359" v="1236"/>
          <ac:spMkLst>
            <pc:docMk/>
            <pc:sldMk cId="2259308896" sldId="256"/>
            <ac:spMk id="28" creationId="{701DFCF0-947A-4104-A380-B590E817C270}"/>
          </ac:spMkLst>
        </pc:spChg>
        <pc:spChg chg="add del">
          <ac:chgData name="Umesh Bitla" userId="505a3b8286548e55" providerId="Windows Live" clId="Web-{726DC30B-A2B2-CCC5-B89E-7CC0D9C7634E}" dt="2026-01-14T07:19:23.359" v="1236"/>
          <ac:spMkLst>
            <pc:docMk/>
            <pc:sldMk cId="2259308896" sldId="256"/>
            <ac:spMk id="29" creationId="{F73AA83C-8563-429B-A590-02BDBC0398DD}"/>
          </ac:spMkLst>
        </pc:spChg>
      </pc:sldChg>
      <pc:sldChg chg="modSp del mod modClrScheme chgLayout">
        <pc:chgData name="Umesh Bitla" userId="505a3b8286548e55" providerId="Windows Live" clId="Web-{726DC30B-A2B2-CCC5-B89E-7CC0D9C7634E}" dt="2026-01-14T07:14:22.053" v="1199"/>
        <pc:sldMkLst>
          <pc:docMk/>
          <pc:sldMk cId="4212917468" sldId="260"/>
        </pc:sldMkLst>
        <pc:spChg chg="mod ord">
          <ac:chgData name="Umesh Bitla" userId="505a3b8286548e55" providerId="Windows Live" clId="Web-{726DC30B-A2B2-CCC5-B89E-7CC0D9C7634E}" dt="2026-01-14T05:16:07.231" v="11"/>
          <ac:spMkLst>
            <pc:docMk/>
            <pc:sldMk cId="4212917468" sldId="260"/>
            <ac:spMk id="2" creationId="{F96F75DE-8A44-4EC5-83C6-95BDDF10DFD9}"/>
          </ac:spMkLst>
        </pc:spChg>
        <pc:spChg chg="mod ord">
          <ac:chgData name="Umesh Bitla" userId="505a3b8286548e55" providerId="Windows Live" clId="Web-{726DC30B-A2B2-CCC5-B89E-7CC0D9C7634E}" dt="2026-01-14T05:16:07.231" v="11"/>
          <ac:spMkLst>
            <pc:docMk/>
            <pc:sldMk cId="4212917468" sldId="260"/>
            <ac:spMk id="9" creationId="{9B0E47DF-4A73-4EC9-9E3C-7037EACE7178}"/>
          </ac:spMkLst>
        </pc:spChg>
        <pc:spChg chg="mod ord">
          <ac:chgData name="Umesh Bitla" userId="505a3b8286548e55" providerId="Windows Live" clId="Web-{726DC30B-A2B2-CCC5-B89E-7CC0D9C7634E}" dt="2026-01-14T05:16:07.231" v="11"/>
          <ac:spMkLst>
            <pc:docMk/>
            <pc:sldMk cId="4212917468" sldId="260"/>
            <ac:spMk id="10" creationId="{D261D5D4-8529-41C8-BD1B-592055D3081D}"/>
          </ac:spMkLst>
        </pc:spChg>
        <pc:graphicFrameChg chg="mod ord modGraphic">
          <ac:chgData name="Umesh Bitla" userId="505a3b8286548e55" providerId="Windows Live" clId="Web-{726DC30B-A2B2-CCC5-B89E-7CC0D9C7634E}" dt="2026-01-14T05:16:07.231" v="11"/>
          <ac:graphicFrameMkLst>
            <pc:docMk/>
            <pc:sldMk cId="4212917468" sldId="260"/>
            <ac:graphicFrameMk id="4" creationId="{403CD5FD-27C3-4342-BE41-F411CB8D6931}"/>
          </ac:graphicFrameMkLst>
        </pc:graphicFrameChg>
      </pc:sldChg>
      <pc:sldChg chg="modSp del mod modClrScheme chgLayout">
        <pc:chgData name="Umesh Bitla" userId="505a3b8286548e55" providerId="Windows Live" clId="Web-{726DC30B-A2B2-CCC5-B89E-7CC0D9C7634E}" dt="2026-01-14T07:14:30.773" v="1201"/>
        <pc:sldMkLst>
          <pc:docMk/>
          <pc:sldMk cId="700209266" sldId="264"/>
        </pc:sldMkLst>
        <pc:spChg chg="mod ord">
          <ac:chgData name="Umesh Bitla" userId="505a3b8286548e55" providerId="Windows Live" clId="Web-{726DC30B-A2B2-CCC5-B89E-7CC0D9C7634E}" dt="2026-01-14T05:16:07.231" v="11"/>
          <ac:spMkLst>
            <pc:docMk/>
            <pc:sldMk cId="700209266" sldId="264"/>
            <ac:spMk id="2" creationId="{DD0B6389-2374-4677-B8BB-59410CCC32FD}"/>
          </ac:spMkLst>
        </pc:spChg>
        <pc:spChg chg="mod ord">
          <ac:chgData name="Umesh Bitla" userId="505a3b8286548e55" providerId="Windows Live" clId="Web-{726DC30B-A2B2-CCC5-B89E-7CC0D9C7634E}" dt="2026-01-14T05:16:07.231" v="11"/>
          <ac:spMkLst>
            <pc:docMk/>
            <pc:sldMk cId="700209266" sldId="264"/>
            <ac:spMk id="5" creationId="{CEED1870-3777-4F18-9F90-73CBEAB5B489}"/>
          </ac:spMkLst>
        </pc:spChg>
        <pc:spChg chg="mod ord">
          <ac:chgData name="Umesh Bitla" userId="505a3b8286548e55" providerId="Windows Live" clId="Web-{726DC30B-A2B2-CCC5-B89E-7CC0D9C7634E}" dt="2026-01-14T05:16:07.231" v="11"/>
          <ac:spMkLst>
            <pc:docMk/>
            <pc:sldMk cId="700209266" sldId="264"/>
            <ac:spMk id="7" creationId="{66A0EF3C-1746-44D9-BCA5-45FF05BC5252}"/>
          </ac:spMkLst>
        </pc:spChg>
        <pc:graphicFrameChg chg="mod ord">
          <ac:chgData name="Umesh Bitla" userId="505a3b8286548e55" providerId="Windows Live" clId="Web-{726DC30B-A2B2-CCC5-B89E-7CC0D9C7634E}" dt="2026-01-14T05:16:07.231" v="11"/>
          <ac:graphicFrameMkLst>
            <pc:docMk/>
            <pc:sldMk cId="700209266" sldId="264"/>
            <ac:graphicFrameMk id="6" creationId="{A4A9340A-2EAB-4BA6-B141-820A692CA562}"/>
          </ac:graphicFrameMkLst>
        </pc:graphicFrameChg>
      </pc:sldChg>
      <pc:sldChg chg="modSp del mod modClrScheme chgLayout">
        <pc:chgData name="Umesh Bitla" userId="505a3b8286548e55" providerId="Windows Live" clId="Web-{726DC30B-A2B2-CCC5-B89E-7CC0D9C7634E}" dt="2026-01-14T07:15:01.258" v="1203"/>
        <pc:sldMkLst>
          <pc:docMk/>
          <pc:sldMk cId="2563119616" sldId="265"/>
        </pc:sldMkLst>
        <pc:spChg chg="mod ord">
          <ac:chgData name="Umesh Bitla" userId="505a3b8286548e55" providerId="Windows Live" clId="Web-{726DC30B-A2B2-CCC5-B89E-7CC0D9C7634E}" dt="2026-01-14T05:16:07.231" v="11"/>
          <ac:spMkLst>
            <pc:docMk/>
            <pc:sldMk cId="2563119616" sldId="265"/>
            <ac:spMk id="2" creationId="{19256B7E-1633-44AB-8584-82DF5B726834}"/>
          </ac:spMkLst>
        </pc:spChg>
        <pc:spChg chg="mod ord">
          <ac:chgData name="Umesh Bitla" userId="505a3b8286548e55" providerId="Windows Live" clId="Web-{726DC30B-A2B2-CCC5-B89E-7CC0D9C7634E}" dt="2026-01-14T05:16:07.231" v="11"/>
          <ac:spMkLst>
            <pc:docMk/>
            <pc:sldMk cId="2563119616" sldId="265"/>
            <ac:spMk id="3" creationId="{EFB90AB4-D228-4548-B072-726498212362}"/>
          </ac:spMkLst>
        </pc:spChg>
        <pc:spChg chg="mod ord">
          <ac:chgData name="Umesh Bitla" userId="505a3b8286548e55" providerId="Windows Live" clId="Web-{726DC30B-A2B2-CCC5-B89E-7CC0D9C7634E}" dt="2026-01-14T05:16:07.231" v="11"/>
          <ac:spMkLst>
            <pc:docMk/>
            <pc:sldMk cId="2563119616" sldId="265"/>
            <ac:spMk id="4" creationId="{950677C9-3E42-427F-93B8-526692906471}"/>
          </ac:spMkLst>
        </pc:spChg>
        <pc:spChg chg="mod ord">
          <ac:chgData name="Umesh Bitla" userId="505a3b8286548e55" providerId="Windows Live" clId="Web-{726DC30B-A2B2-CCC5-B89E-7CC0D9C7634E}" dt="2026-01-14T05:16:07.231" v="11"/>
          <ac:spMkLst>
            <pc:docMk/>
            <pc:sldMk cId="2563119616" sldId="265"/>
            <ac:spMk id="5" creationId="{BDB9D020-1E25-453D-83DF-1420ACD3968D}"/>
          </ac:spMkLst>
        </pc:spChg>
        <pc:spChg chg="mod ord">
          <ac:chgData name="Umesh Bitla" userId="505a3b8286548e55" providerId="Windows Live" clId="Web-{726DC30B-A2B2-CCC5-B89E-7CC0D9C7634E}" dt="2026-01-14T05:16:07.231" v="11"/>
          <ac:spMkLst>
            <pc:docMk/>
            <pc:sldMk cId="2563119616" sldId="265"/>
            <ac:spMk id="6" creationId="{F5018B6D-E395-49AD-92AD-AD69E3AB40C3}"/>
          </ac:spMkLst>
        </pc:spChg>
        <pc:spChg chg="mod ord">
          <ac:chgData name="Umesh Bitla" userId="505a3b8286548e55" providerId="Windows Live" clId="Web-{726DC30B-A2B2-CCC5-B89E-7CC0D9C7634E}" dt="2026-01-14T05:16:07.231" v="11"/>
          <ac:spMkLst>
            <pc:docMk/>
            <pc:sldMk cId="2563119616" sldId="265"/>
            <ac:spMk id="8" creationId="{8EB6CA15-E6AD-4FDD-A056-9C13E755703A}"/>
          </ac:spMkLst>
        </pc:spChg>
        <pc:spChg chg="mod ord">
          <ac:chgData name="Umesh Bitla" userId="505a3b8286548e55" providerId="Windows Live" clId="Web-{726DC30B-A2B2-CCC5-B89E-7CC0D9C7634E}" dt="2026-01-14T05:16:07.231" v="11"/>
          <ac:spMkLst>
            <pc:docMk/>
            <pc:sldMk cId="2563119616" sldId="265"/>
            <ac:spMk id="9" creationId="{23ACA193-09E2-4717-889D-A9A4BA2C06B2}"/>
          </ac:spMkLst>
        </pc:spChg>
      </pc:sldChg>
      <pc:sldChg chg="modSp del mod modClrScheme chgLayout">
        <pc:chgData name="Umesh Bitla" userId="505a3b8286548e55" providerId="Windows Live" clId="Web-{726DC30B-A2B2-CCC5-B89E-7CC0D9C7634E}" dt="2026-01-14T07:14:56.211" v="1202"/>
        <pc:sldMkLst>
          <pc:docMk/>
          <pc:sldMk cId="2721508595" sldId="266"/>
        </pc:sldMkLst>
        <pc:spChg chg="mod ord">
          <ac:chgData name="Umesh Bitla" userId="505a3b8286548e55" providerId="Windows Live" clId="Web-{726DC30B-A2B2-CCC5-B89E-7CC0D9C7634E}" dt="2026-01-14T05:16:07.231" v="11"/>
          <ac:spMkLst>
            <pc:docMk/>
            <pc:sldMk cId="2721508595" sldId="266"/>
            <ac:spMk id="2" creationId="{E5F191A4-7839-4F63-B17C-7C366C59488C}"/>
          </ac:spMkLst>
        </pc:spChg>
        <pc:spChg chg="mod ord">
          <ac:chgData name="Umesh Bitla" userId="505a3b8286548e55" providerId="Windows Live" clId="Web-{726DC30B-A2B2-CCC5-B89E-7CC0D9C7634E}" dt="2026-01-14T05:16:07.231" v="11"/>
          <ac:spMkLst>
            <pc:docMk/>
            <pc:sldMk cId="2721508595" sldId="266"/>
            <ac:spMk id="3" creationId="{363C6BE9-5812-40D1-8504-EE2DF673B7E1}"/>
          </ac:spMkLst>
        </pc:spChg>
        <pc:spChg chg="mod ord">
          <ac:chgData name="Umesh Bitla" userId="505a3b8286548e55" providerId="Windows Live" clId="Web-{726DC30B-A2B2-CCC5-B89E-7CC0D9C7634E}" dt="2026-01-14T05:16:07.231" v="11"/>
          <ac:spMkLst>
            <pc:docMk/>
            <pc:sldMk cId="2721508595" sldId="266"/>
            <ac:spMk id="4" creationId="{9B9ED227-95A7-4B08-91FE-5E0EF0D41D20}"/>
          </ac:spMkLst>
        </pc:spChg>
        <pc:spChg chg="mod ord">
          <ac:chgData name="Umesh Bitla" userId="505a3b8286548e55" providerId="Windows Live" clId="Web-{726DC30B-A2B2-CCC5-B89E-7CC0D9C7634E}" dt="2026-01-14T05:16:07.231" v="11"/>
          <ac:spMkLst>
            <pc:docMk/>
            <pc:sldMk cId="2721508595" sldId="266"/>
            <ac:spMk id="5" creationId="{9C2ECAAA-1E9C-4845-8EA9-E11A76F08150}"/>
          </ac:spMkLst>
        </pc:spChg>
        <pc:spChg chg="mod ord">
          <ac:chgData name="Umesh Bitla" userId="505a3b8286548e55" providerId="Windows Live" clId="Web-{726DC30B-A2B2-CCC5-B89E-7CC0D9C7634E}" dt="2026-01-14T05:16:07.231" v="11"/>
          <ac:spMkLst>
            <pc:docMk/>
            <pc:sldMk cId="2721508595" sldId="266"/>
            <ac:spMk id="7" creationId="{5E7C1009-4A44-488C-BDFC-7D87B4106980}"/>
          </ac:spMkLst>
        </pc:spChg>
        <pc:spChg chg="mod ord">
          <ac:chgData name="Umesh Bitla" userId="505a3b8286548e55" providerId="Windows Live" clId="Web-{726DC30B-A2B2-CCC5-B89E-7CC0D9C7634E}" dt="2026-01-14T05:16:07.231" v="11"/>
          <ac:spMkLst>
            <pc:docMk/>
            <pc:sldMk cId="2721508595" sldId="266"/>
            <ac:spMk id="8" creationId="{753F59B4-6835-45E7-B1B4-20A8129CF422}"/>
          </ac:spMkLst>
        </pc:spChg>
        <pc:spChg chg="mod ord">
          <ac:chgData name="Umesh Bitla" userId="505a3b8286548e55" providerId="Windows Live" clId="Web-{726DC30B-A2B2-CCC5-B89E-7CC0D9C7634E}" dt="2026-01-14T05:16:07.231" v="11"/>
          <ac:spMkLst>
            <pc:docMk/>
            <pc:sldMk cId="2721508595" sldId="266"/>
            <ac:spMk id="9" creationId="{B890E108-1332-4587-9300-0EDF780553DF}"/>
          </ac:spMkLst>
        </pc:spChg>
        <pc:spChg chg="mod ord">
          <ac:chgData name="Umesh Bitla" userId="505a3b8286548e55" providerId="Windows Live" clId="Web-{726DC30B-A2B2-CCC5-B89E-7CC0D9C7634E}" dt="2026-01-14T05:16:07.231" v="11"/>
          <ac:spMkLst>
            <pc:docMk/>
            <pc:sldMk cId="2721508595" sldId="266"/>
            <ac:spMk id="18" creationId="{79E84A9F-5B22-413F-A8E1-68805D01FA5C}"/>
          </ac:spMkLst>
        </pc:spChg>
        <pc:spChg chg="mod ord">
          <ac:chgData name="Umesh Bitla" userId="505a3b8286548e55" providerId="Windows Live" clId="Web-{726DC30B-A2B2-CCC5-B89E-7CC0D9C7634E}" dt="2026-01-14T05:16:07.231" v="11"/>
          <ac:spMkLst>
            <pc:docMk/>
            <pc:sldMk cId="2721508595" sldId="266"/>
            <ac:spMk id="19" creationId="{387783AD-BD2D-4FA3-814C-60A9805DCCDF}"/>
          </ac:spMkLst>
        </pc:spChg>
      </pc:sldChg>
      <pc:sldChg chg="addSp delSp modSp del mod modClrScheme chgLayout">
        <pc:chgData name="Umesh Bitla" userId="505a3b8286548e55" providerId="Windows Live" clId="Web-{726DC30B-A2B2-CCC5-B89E-7CC0D9C7634E}" dt="2026-01-14T07:23:37.504" v="1292"/>
        <pc:sldMkLst>
          <pc:docMk/>
          <pc:sldMk cId="2130595336" sldId="336"/>
        </pc:sldMkLst>
        <pc:spChg chg="add mod">
          <ac:chgData name="Umesh Bitla" userId="505a3b8286548e55" providerId="Windows Live" clId="Web-{726DC30B-A2B2-CCC5-B89E-7CC0D9C7634E}" dt="2026-01-14T07:21:56.081" v="1258"/>
          <ac:spMkLst>
            <pc:docMk/>
            <pc:sldMk cId="2130595336" sldId="336"/>
            <ac:spMk id="3" creationId="{82101807-3A91-FB61-1105-BD3B6E707CD9}"/>
          </ac:spMkLst>
        </pc:spChg>
        <pc:spChg chg="add mod">
          <ac:chgData name="Umesh Bitla" userId="505a3b8286548e55" providerId="Windows Live" clId="Web-{726DC30B-A2B2-CCC5-B89E-7CC0D9C7634E}" dt="2026-01-14T07:22:00.909" v="1259"/>
          <ac:spMkLst>
            <pc:docMk/>
            <pc:sldMk cId="2130595336" sldId="336"/>
            <ac:spMk id="5" creationId="{68C05930-E5B2-2728-C8A2-807621BC21CF}"/>
          </ac:spMkLst>
        </pc:spChg>
        <pc:spChg chg="mod ord">
          <ac:chgData name="Umesh Bitla" userId="505a3b8286548e55" providerId="Windows Live" clId="Web-{726DC30B-A2B2-CCC5-B89E-7CC0D9C7634E}" dt="2026-01-14T07:19:23.359" v="1236"/>
          <ac:spMkLst>
            <pc:docMk/>
            <pc:sldMk cId="2130595336" sldId="336"/>
            <ac:spMk id="40" creationId="{64E38512-4E29-43C5-8F97-DD406447772B}"/>
          </ac:spMkLst>
        </pc:spChg>
        <pc:spChg chg="mod ord">
          <ac:chgData name="Umesh Bitla" userId="505a3b8286548e55" providerId="Windows Live" clId="Web-{726DC30B-A2B2-CCC5-B89E-7CC0D9C7634E}" dt="2026-01-14T07:23:35.051" v="1291" actId="20577"/>
          <ac:spMkLst>
            <pc:docMk/>
            <pc:sldMk cId="2130595336" sldId="336"/>
            <ac:spMk id="41" creationId="{AB0FF8CA-EE35-46AC-9CFA-C5C91CBF5CAE}"/>
          </ac:spMkLst>
        </pc:spChg>
        <pc:picChg chg="del mod ord">
          <ac:chgData name="Umesh Bitla" userId="505a3b8286548e55" providerId="Windows Live" clId="Web-{726DC30B-A2B2-CCC5-B89E-7CC0D9C7634E}" dt="2026-01-14T07:21:56.081" v="1258"/>
          <ac:picMkLst>
            <pc:docMk/>
            <pc:sldMk cId="2130595336" sldId="336"/>
            <ac:picMk id="45" creationId="{4428BA9B-19E6-4088-91A6-FABAFF3E33BB}"/>
          </ac:picMkLst>
        </pc:picChg>
        <pc:picChg chg="del mod ord">
          <ac:chgData name="Umesh Bitla" userId="505a3b8286548e55" providerId="Windows Live" clId="Web-{726DC30B-A2B2-CCC5-B89E-7CC0D9C7634E}" dt="2026-01-14T07:22:00.909" v="1259"/>
          <ac:picMkLst>
            <pc:docMk/>
            <pc:sldMk cId="2130595336" sldId="336"/>
            <ac:picMk id="47" creationId="{4F49F736-D1F4-463D-A342-65258A30ADBD}"/>
          </ac:picMkLst>
        </pc:picChg>
      </pc:sldChg>
      <pc:sldChg chg="addSp delSp modSp mod setBg modClrScheme setClrOvrMap chgLayout">
        <pc:chgData name="Umesh Bitla" userId="505a3b8286548e55" providerId="Windows Live" clId="Web-{726DC30B-A2B2-CCC5-B89E-7CC0D9C7634E}" dt="2026-01-14T07:31:23.921" v="1429" actId="20577"/>
        <pc:sldMkLst>
          <pc:docMk/>
          <pc:sldMk cId="520594114" sldId="337"/>
        </pc:sldMkLst>
        <pc:spChg chg="mod ord">
          <ac:chgData name="Umesh Bitla" userId="505a3b8286548e55" providerId="Windows Live" clId="Web-{726DC30B-A2B2-CCC5-B89E-7CC0D9C7634E}" dt="2026-01-14T07:31:23.921" v="1429" actId="20577"/>
          <ac:spMkLst>
            <pc:docMk/>
            <pc:sldMk cId="520594114" sldId="337"/>
            <ac:spMk id="2" creationId="{378C802F-C74D-41A2-8127-19D4F8EE42F4}"/>
          </ac:spMkLst>
        </pc:spChg>
        <pc:spChg chg="add del mod">
          <ac:chgData name="Umesh Bitla" userId="505a3b8286548e55" providerId="Windows Live" clId="Web-{726DC30B-A2B2-CCC5-B89E-7CC0D9C7634E}" dt="2026-01-14T07:31:02.201" v="1426"/>
          <ac:spMkLst>
            <pc:docMk/>
            <pc:sldMk cId="520594114" sldId="337"/>
            <ac:spMk id="4" creationId="{E7180902-1C3F-52C6-ADD2-438D14B6B695}"/>
          </ac:spMkLst>
        </pc:spChg>
        <pc:spChg chg="mod ord">
          <ac:chgData name="Umesh Bitla" userId="505a3b8286548e55" providerId="Windows Live" clId="Web-{726DC30B-A2B2-CCC5-B89E-7CC0D9C7634E}" dt="2026-01-14T07:31:11.623" v="1427" actId="20577"/>
          <ac:spMkLst>
            <pc:docMk/>
            <pc:sldMk cId="520594114" sldId="337"/>
            <ac:spMk id="37" creationId="{E4A54726-4483-4264-B2EC-04C460B0BD95}"/>
          </ac:spMkLst>
        </pc:spChg>
        <pc:spChg chg="add del">
          <ac:chgData name="Umesh Bitla" userId="505a3b8286548e55" providerId="Windows Live" clId="Web-{726DC30B-A2B2-CCC5-B89E-7CC0D9C7634E}" dt="2026-01-14T07:31:02.201" v="1425"/>
          <ac:spMkLst>
            <pc:docMk/>
            <pc:sldMk cId="520594114" sldId="337"/>
            <ac:spMk id="39" creationId="{1E94681D-2A4C-4A8D-B9B5-31D440D0328D}"/>
          </ac:spMkLst>
        </pc:spChg>
        <pc:spChg chg="add del">
          <ac:chgData name="Umesh Bitla" userId="505a3b8286548e55" providerId="Windows Live" clId="Web-{726DC30B-A2B2-CCC5-B89E-7CC0D9C7634E}" dt="2026-01-14T07:31:02.201" v="1425"/>
          <ac:spMkLst>
            <pc:docMk/>
            <pc:sldMk cId="520594114" sldId="337"/>
            <ac:spMk id="40" creationId="{88DE9B99-ADEF-4DA4-A716-52D0A8BE5332}"/>
          </ac:spMkLst>
        </pc:spChg>
        <pc:spChg chg="add del">
          <ac:chgData name="Umesh Bitla" userId="505a3b8286548e55" providerId="Windows Live" clId="Web-{726DC30B-A2B2-CCC5-B89E-7CC0D9C7634E}" dt="2026-01-14T07:31:02.201" v="1425"/>
          <ac:spMkLst>
            <pc:docMk/>
            <pc:sldMk cId="520594114" sldId="337"/>
            <ac:spMk id="41" creationId="{6E20860D-8992-496E-BC22-8450E344BED6}"/>
          </ac:spMkLst>
        </pc:spChg>
        <pc:spChg chg="add del">
          <ac:chgData name="Umesh Bitla" userId="505a3b8286548e55" providerId="Windows Live" clId="Web-{726DC30B-A2B2-CCC5-B89E-7CC0D9C7634E}" dt="2026-01-14T07:29:54.573" v="1418"/>
          <ac:spMkLst>
            <pc:docMk/>
            <pc:sldMk cId="520594114" sldId="337"/>
            <ac:spMk id="42" creationId="{ED15573D-0E45-4691-B525-471152EC18CD}"/>
          </ac:spMkLst>
        </pc:spChg>
        <pc:spChg chg="add del">
          <ac:chgData name="Umesh Bitla" userId="505a3b8286548e55" providerId="Windows Live" clId="Web-{726DC30B-A2B2-CCC5-B89E-7CC0D9C7634E}" dt="2026-01-14T07:31:02.201" v="1425"/>
          <ac:spMkLst>
            <pc:docMk/>
            <pc:sldMk cId="520594114" sldId="337"/>
            <ac:spMk id="43" creationId="{ED15573D-0E45-4691-B525-471152EC18CD}"/>
          </ac:spMkLst>
        </pc:spChg>
        <pc:spChg chg="add del">
          <ac:chgData name="Umesh Bitla" userId="505a3b8286548e55" providerId="Windows Live" clId="Web-{726DC30B-A2B2-CCC5-B89E-7CC0D9C7634E}" dt="2026-01-14T07:29:54.573" v="1418"/>
          <ac:spMkLst>
            <pc:docMk/>
            <pc:sldMk cId="520594114" sldId="337"/>
            <ac:spMk id="44" creationId="{9E448559-19A4-4252-8C27-54C1DA906F8A}"/>
          </ac:spMkLst>
        </pc:spChg>
        <pc:spChg chg="add del">
          <ac:chgData name="Umesh Bitla" userId="505a3b8286548e55" providerId="Windows Live" clId="Web-{726DC30B-A2B2-CCC5-B89E-7CC0D9C7634E}" dt="2026-01-14T07:31:02.201" v="1425"/>
          <ac:spMkLst>
            <pc:docMk/>
            <pc:sldMk cId="520594114" sldId="337"/>
            <ac:spMk id="45" creationId="{1B19C35E-4E30-4F1D-9FC2-F2FA6191E453}"/>
          </ac:spMkLst>
        </pc:spChg>
        <pc:spChg chg="add del">
          <ac:chgData name="Umesh Bitla" userId="505a3b8286548e55" providerId="Windows Live" clId="Web-{726DC30B-A2B2-CCC5-B89E-7CC0D9C7634E}" dt="2026-01-14T07:29:54.573" v="1418"/>
          <ac:spMkLst>
            <pc:docMk/>
            <pc:sldMk cId="520594114" sldId="337"/>
            <ac:spMk id="46" creationId="{1B19C35E-4E30-4F1D-9FC2-F2FA6191E453}"/>
          </ac:spMkLst>
        </pc:spChg>
        <pc:spChg chg="add del">
          <ac:chgData name="Umesh Bitla" userId="505a3b8286548e55" providerId="Windows Live" clId="Web-{726DC30B-A2B2-CCC5-B89E-7CC0D9C7634E}" dt="2026-01-14T07:30:08.433" v="1420"/>
          <ac:spMkLst>
            <pc:docMk/>
            <pc:sldMk cId="520594114" sldId="337"/>
            <ac:spMk id="48" creationId="{70120F84-A866-4D9F-8B1C-9120A013D654}"/>
          </ac:spMkLst>
        </pc:spChg>
        <pc:spChg chg="add del">
          <ac:chgData name="Umesh Bitla" userId="505a3b8286548e55" providerId="Windows Live" clId="Web-{726DC30B-A2B2-CCC5-B89E-7CC0D9C7634E}" dt="2026-01-14T07:30:08.433" v="1420"/>
          <ac:spMkLst>
            <pc:docMk/>
            <pc:sldMk cId="520594114" sldId="337"/>
            <ac:spMk id="49" creationId="{252FEFEF-6AC0-46B6-AC09-11FC56196FA4}"/>
          </ac:spMkLst>
        </pc:spChg>
        <pc:spChg chg="add del">
          <ac:chgData name="Umesh Bitla" userId="505a3b8286548e55" providerId="Windows Live" clId="Web-{726DC30B-A2B2-CCC5-B89E-7CC0D9C7634E}" dt="2026-01-14T07:31:02.201" v="1425"/>
          <ac:spMkLst>
            <pc:docMk/>
            <pc:sldMk cId="520594114" sldId="337"/>
            <ac:spMk id="50" creationId="{9E448559-19A4-4252-8C27-54C1DA906F8A}"/>
          </ac:spMkLst>
        </pc:spChg>
        <pc:spChg chg="add del">
          <ac:chgData name="Umesh Bitla" userId="505a3b8286548e55" providerId="Windows Live" clId="Web-{726DC30B-A2B2-CCC5-B89E-7CC0D9C7634E}" dt="2026-01-14T07:30:31.543" v="1422"/>
          <ac:spMkLst>
            <pc:docMk/>
            <pc:sldMk cId="520594114" sldId="337"/>
            <ac:spMk id="51" creationId="{54737801-B9D6-4A08-BD77-23010A80227A}"/>
          </ac:spMkLst>
        </pc:spChg>
        <pc:spChg chg="add del">
          <ac:chgData name="Umesh Bitla" userId="505a3b8286548e55" providerId="Windows Live" clId="Web-{726DC30B-A2B2-CCC5-B89E-7CC0D9C7634E}" dt="2026-01-14T07:30:31.543" v="1422"/>
          <ac:spMkLst>
            <pc:docMk/>
            <pc:sldMk cId="520594114" sldId="337"/>
            <ac:spMk id="52" creationId="{25FABD39-C757-461E-A681-DC273648402D}"/>
          </ac:spMkLst>
        </pc:spChg>
        <pc:spChg chg="add del">
          <ac:chgData name="Umesh Bitla" userId="505a3b8286548e55" providerId="Windows Live" clId="Web-{726DC30B-A2B2-CCC5-B89E-7CC0D9C7634E}" dt="2026-01-14T07:30:31.543" v="1422"/>
          <ac:spMkLst>
            <pc:docMk/>
            <pc:sldMk cId="520594114" sldId="337"/>
            <ac:spMk id="53" creationId="{2DF424F5-8D5C-46C0-A1B0-AF34E0350CD5}"/>
          </ac:spMkLst>
        </pc:spChg>
        <pc:spChg chg="add">
          <ac:chgData name="Umesh Bitla" userId="505a3b8286548e55" providerId="Windows Live" clId="Web-{726DC30B-A2B2-CCC5-B89E-7CC0D9C7634E}" dt="2026-01-14T07:31:02.201" v="1426"/>
          <ac:spMkLst>
            <pc:docMk/>
            <pc:sldMk cId="520594114" sldId="337"/>
            <ac:spMk id="54" creationId="{1E94681D-2A4C-4A8D-B9B5-31D440D0328D}"/>
          </ac:spMkLst>
        </pc:spChg>
        <pc:spChg chg="add">
          <ac:chgData name="Umesh Bitla" userId="505a3b8286548e55" providerId="Windows Live" clId="Web-{726DC30B-A2B2-CCC5-B89E-7CC0D9C7634E}" dt="2026-01-14T07:31:02.201" v="1426"/>
          <ac:spMkLst>
            <pc:docMk/>
            <pc:sldMk cId="520594114" sldId="337"/>
            <ac:spMk id="55" creationId="{88DE9B99-ADEF-4DA4-A716-52D0A8BE5332}"/>
          </ac:spMkLst>
        </pc:spChg>
        <pc:spChg chg="add">
          <ac:chgData name="Umesh Bitla" userId="505a3b8286548e55" providerId="Windows Live" clId="Web-{726DC30B-A2B2-CCC5-B89E-7CC0D9C7634E}" dt="2026-01-14T07:31:02.201" v="1426"/>
          <ac:spMkLst>
            <pc:docMk/>
            <pc:sldMk cId="520594114" sldId="337"/>
            <ac:spMk id="56" creationId="{6E20860D-8992-496E-BC22-8450E344BED6}"/>
          </ac:spMkLst>
        </pc:spChg>
        <pc:spChg chg="add">
          <ac:chgData name="Umesh Bitla" userId="505a3b8286548e55" providerId="Windows Live" clId="Web-{726DC30B-A2B2-CCC5-B89E-7CC0D9C7634E}" dt="2026-01-14T07:31:02.201" v="1426"/>
          <ac:spMkLst>
            <pc:docMk/>
            <pc:sldMk cId="520594114" sldId="337"/>
            <ac:spMk id="57" creationId="{A009E310-C7C2-4F23-B466-4417C8ED3B99}"/>
          </ac:spMkLst>
        </pc:spChg>
        <pc:spChg chg="add">
          <ac:chgData name="Umesh Bitla" userId="505a3b8286548e55" providerId="Windows Live" clId="Web-{726DC30B-A2B2-CCC5-B89E-7CC0D9C7634E}" dt="2026-01-14T07:31:02.201" v="1426"/>
          <ac:spMkLst>
            <pc:docMk/>
            <pc:sldMk cId="520594114" sldId="337"/>
            <ac:spMk id="58" creationId="{A4C31FF5-F97E-4082-BFC5-A880DB9F3F00}"/>
          </ac:spMkLst>
        </pc:spChg>
        <pc:spChg chg="add">
          <ac:chgData name="Umesh Bitla" userId="505a3b8286548e55" providerId="Windows Live" clId="Web-{726DC30B-A2B2-CCC5-B89E-7CC0D9C7634E}" dt="2026-01-14T07:31:02.201" v="1426"/>
          <ac:spMkLst>
            <pc:docMk/>
            <pc:sldMk cId="520594114" sldId="337"/>
            <ac:spMk id="59" creationId="{6015B4CE-42DE-4E9B-B800-B5B8142E6FCB}"/>
          </ac:spMkLst>
        </pc:spChg>
        <pc:picChg chg="del mod ord">
          <ac:chgData name="Umesh Bitla" userId="505a3b8286548e55" providerId="Windows Live" clId="Web-{726DC30B-A2B2-CCC5-B89E-7CC0D9C7634E}" dt="2026-01-14T07:20:45.704" v="1257"/>
          <ac:picMkLst>
            <pc:docMk/>
            <pc:sldMk cId="520594114" sldId="337"/>
            <ac:picMk id="11" creationId="{4D446641-3AA1-4C43-9E6B-09347E88B2F2}"/>
          </ac:picMkLst>
        </pc:picChg>
      </pc:sldChg>
      <pc:sldChg chg="modSp del mod modClrScheme chgLayout">
        <pc:chgData name="Umesh Bitla" userId="505a3b8286548e55" providerId="Windows Live" clId="Web-{726DC30B-A2B2-CCC5-B89E-7CC0D9C7634E}" dt="2026-01-14T07:14:15.678" v="1198"/>
        <pc:sldMkLst>
          <pc:docMk/>
          <pc:sldMk cId="1489269496" sldId="339"/>
        </pc:sldMkLst>
        <pc:spChg chg="mod ord">
          <ac:chgData name="Umesh Bitla" userId="505a3b8286548e55" providerId="Windows Live" clId="Web-{726DC30B-A2B2-CCC5-B89E-7CC0D9C7634E}" dt="2026-01-14T05:16:07.231" v="11"/>
          <ac:spMkLst>
            <pc:docMk/>
            <pc:sldMk cId="1489269496" sldId="339"/>
            <ac:spMk id="5" creationId="{91BB6B60-9DA3-430C-B84C-A52FFE5B762B}"/>
          </ac:spMkLst>
        </pc:spChg>
        <pc:spChg chg="mod ord">
          <ac:chgData name="Umesh Bitla" userId="505a3b8286548e55" providerId="Windows Live" clId="Web-{726DC30B-A2B2-CCC5-B89E-7CC0D9C7634E}" dt="2026-01-14T05:16:07.231" v="11"/>
          <ac:spMkLst>
            <pc:docMk/>
            <pc:sldMk cId="1489269496" sldId="339"/>
            <ac:spMk id="6" creationId="{1899EE03-8C56-4610-97B8-669F47CC4601}"/>
          </ac:spMkLst>
        </pc:spChg>
        <pc:picChg chg="mod ord">
          <ac:chgData name="Umesh Bitla" userId="505a3b8286548e55" providerId="Windows Live" clId="Web-{726DC30B-A2B2-CCC5-B89E-7CC0D9C7634E}" dt="2026-01-14T05:16:07.231" v="11"/>
          <ac:picMkLst>
            <pc:docMk/>
            <pc:sldMk cId="1489269496" sldId="339"/>
            <ac:picMk id="13" creationId="{51F6EDCA-EF3A-4858-8F8C-CD888E58EEE6}"/>
          </ac:picMkLst>
        </pc:picChg>
        <pc:picChg chg="mod ord">
          <ac:chgData name="Umesh Bitla" userId="505a3b8286548e55" providerId="Windows Live" clId="Web-{726DC30B-A2B2-CCC5-B89E-7CC0D9C7634E}" dt="2026-01-14T05:16:07.231" v="11"/>
          <ac:picMkLst>
            <pc:docMk/>
            <pc:sldMk cId="1489269496" sldId="339"/>
            <ac:picMk id="17" creationId="{936E703F-0B68-4D4A-9EDA-D51A3BF6BA61}"/>
          </ac:picMkLst>
        </pc:picChg>
        <pc:picChg chg="mod ord">
          <ac:chgData name="Umesh Bitla" userId="505a3b8286548e55" providerId="Windows Live" clId="Web-{726DC30B-A2B2-CCC5-B89E-7CC0D9C7634E}" dt="2026-01-14T05:16:07.231" v="11"/>
          <ac:picMkLst>
            <pc:docMk/>
            <pc:sldMk cId="1489269496" sldId="339"/>
            <ac:picMk id="21" creationId="{2D8D552F-456C-4D1F-A816-78EB8682695E}"/>
          </ac:picMkLst>
        </pc:picChg>
      </pc:sldChg>
      <pc:sldChg chg="modSp del mod modClrScheme chgLayout">
        <pc:chgData name="Umesh Bitla" userId="505a3b8286548e55" providerId="Windows Live" clId="Web-{726DC30B-A2B2-CCC5-B89E-7CC0D9C7634E}" dt="2026-01-14T07:14:26.944" v="1200"/>
        <pc:sldMkLst>
          <pc:docMk/>
          <pc:sldMk cId="746175611" sldId="340"/>
        </pc:sldMkLst>
        <pc:spChg chg="mod ord">
          <ac:chgData name="Umesh Bitla" userId="505a3b8286548e55" providerId="Windows Live" clId="Web-{726DC30B-A2B2-CCC5-B89E-7CC0D9C7634E}" dt="2026-01-14T05:16:07.231" v="11"/>
          <ac:spMkLst>
            <pc:docMk/>
            <pc:sldMk cId="746175611" sldId="340"/>
            <ac:spMk id="2" creationId="{F756F7AB-0795-4424-8AE3-277121F3EA4E}"/>
          </ac:spMkLst>
        </pc:spChg>
        <pc:spChg chg="mod ord">
          <ac:chgData name="Umesh Bitla" userId="505a3b8286548e55" providerId="Windows Live" clId="Web-{726DC30B-A2B2-CCC5-B89E-7CC0D9C7634E}" dt="2026-01-14T05:16:07.231" v="11"/>
          <ac:spMkLst>
            <pc:docMk/>
            <pc:sldMk cId="746175611" sldId="340"/>
            <ac:spMk id="6" creationId="{903787D8-D582-46CD-8BFA-C8A65E57076A}"/>
          </ac:spMkLst>
        </pc:spChg>
        <pc:spChg chg="mod ord">
          <ac:chgData name="Umesh Bitla" userId="505a3b8286548e55" providerId="Windows Live" clId="Web-{726DC30B-A2B2-CCC5-B89E-7CC0D9C7634E}" dt="2026-01-14T05:16:07.231" v="11"/>
          <ac:spMkLst>
            <pc:docMk/>
            <pc:sldMk cId="746175611" sldId="340"/>
            <ac:spMk id="7" creationId="{B6566D38-FC17-4C85-B0A3-E772FF3E9263}"/>
          </ac:spMkLst>
        </pc:spChg>
        <pc:spChg chg="mod ord">
          <ac:chgData name="Umesh Bitla" userId="505a3b8286548e55" providerId="Windows Live" clId="Web-{726DC30B-A2B2-CCC5-B89E-7CC0D9C7634E}" dt="2026-01-14T05:16:07.231" v="11"/>
          <ac:spMkLst>
            <pc:docMk/>
            <pc:sldMk cId="746175611" sldId="340"/>
            <ac:spMk id="8" creationId="{6995403A-FA1C-4100-A25E-23128F2F1C74}"/>
          </ac:spMkLst>
        </pc:spChg>
        <pc:spChg chg="mod ord">
          <ac:chgData name="Umesh Bitla" userId="505a3b8286548e55" providerId="Windows Live" clId="Web-{726DC30B-A2B2-CCC5-B89E-7CC0D9C7634E}" dt="2026-01-14T05:16:07.231" v="11"/>
          <ac:spMkLst>
            <pc:docMk/>
            <pc:sldMk cId="746175611" sldId="340"/>
            <ac:spMk id="9" creationId="{E619CD71-B346-41DC-9629-4412452A33D2}"/>
          </ac:spMkLst>
        </pc:spChg>
        <pc:spChg chg="mod ord">
          <ac:chgData name="Umesh Bitla" userId="505a3b8286548e55" providerId="Windows Live" clId="Web-{726DC30B-A2B2-CCC5-B89E-7CC0D9C7634E}" dt="2026-01-14T05:16:07.231" v="11"/>
          <ac:spMkLst>
            <pc:docMk/>
            <pc:sldMk cId="746175611" sldId="340"/>
            <ac:spMk id="10" creationId="{3DE62F7C-91D0-4D03-9228-D278628A8DFE}"/>
          </ac:spMkLst>
        </pc:spChg>
        <pc:spChg chg="mod ord">
          <ac:chgData name="Umesh Bitla" userId="505a3b8286548e55" providerId="Windows Live" clId="Web-{726DC30B-A2B2-CCC5-B89E-7CC0D9C7634E}" dt="2026-01-14T05:16:07.231" v="11"/>
          <ac:spMkLst>
            <pc:docMk/>
            <pc:sldMk cId="746175611" sldId="340"/>
            <ac:spMk id="11" creationId="{0F83730F-7C80-4D5E-ABAF-F535EDC11AD8}"/>
          </ac:spMkLst>
        </pc:spChg>
        <pc:spChg chg="mod ord">
          <ac:chgData name="Umesh Bitla" userId="505a3b8286548e55" providerId="Windows Live" clId="Web-{726DC30B-A2B2-CCC5-B89E-7CC0D9C7634E}" dt="2026-01-14T05:16:07.231" v="11"/>
          <ac:spMkLst>
            <pc:docMk/>
            <pc:sldMk cId="746175611" sldId="340"/>
            <ac:spMk id="12" creationId="{61FB5C5F-E748-4070-9E8A-CD6667486403}"/>
          </ac:spMkLst>
        </pc:spChg>
        <pc:spChg chg="mod ord">
          <ac:chgData name="Umesh Bitla" userId="505a3b8286548e55" providerId="Windows Live" clId="Web-{726DC30B-A2B2-CCC5-B89E-7CC0D9C7634E}" dt="2026-01-14T05:16:07.231" v="11"/>
          <ac:spMkLst>
            <pc:docMk/>
            <pc:sldMk cId="746175611" sldId="340"/>
            <ac:spMk id="14" creationId="{DB4F8F82-4848-447A-9FEA-B17012E3C8EC}"/>
          </ac:spMkLst>
        </pc:spChg>
        <pc:spChg chg="mod ord">
          <ac:chgData name="Umesh Bitla" userId="505a3b8286548e55" providerId="Windows Live" clId="Web-{726DC30B-A2B2-CCC5-B89E-7CC0D9C7634E}" dt="2026-01-14T05:16:07.231" v="11"/>
          <ac:spMkLst>
            <pc:docMk/>
            <pc:sldMk cId="746175611" sldId="340"/>
            <ac:spMk id="87" creationId="{871DD0FC-2169-4394-BAEB-254D054ABB90}"/>
          </ac:spMkLst>
        </pc:spChg>
      </pc:sldChg>
      <pc:sldChg chg="modSp del mod modClrScheme chgLayout">
        <pc:chgData name="Umesh Bitla" userId="505a3b8286548e55" providerId="Windows Live" clId="Web-{726DC30B-A2B2-CCC5-B89E-7CC0D9C7634E}" dt="2026-01-14T07:13:01.550" v="1197"/>
        <pc:sldMkLst>
          <pc:docMk/>
          <pc:sldMk cId="3103866879" sldId="341"/>
        </pc:sldMkLst>
        <pc:spChg chg="mod ord">
          <ac:chgData name="Umesh Bitla" userId="505a3b8286548e55" providerId="Windows Live" clId="Web-{726DC30B-A2B2-CCC5-B89E-7CC0D9C7634E}" dt="2026-01-14T05:16:07.231" v="11"/>
          <ac:spMkLst>
            <pc:docMk/>
            <pc:sldMk cId="3103866879" sldId="341"/>
            <ac:spMk id="6" creationId="{FCC00F2F-2F9A-4287-AE30-766758F16A24}"/>
          </ac:spMkLst>
        </pc:spChg>
        <pc:spChg chg="mod ord">
          <ac:chgData name="Umesh Bitla" userId="505a3b8286548e55" providerId="Windows Live" clId="Web-{726DC30B-A2B2-CCC5-B89E-7CC0D9C7634E}" dt="2026-01-14T05:16:07.231" v="11"/>
          <ac:spMkLst>
            <pc:docMk/>
            <pc:sldMk cId="3103866879" sldId="341"/>
            <ac:spMk id="7" creationId="{5B54BBB9-EC3F-40DE-A3C5-72ADF697AC27}"/>
          </ac:spMkLst>
        </pc:spChg>
        <pc:picChg chg="mod ord">
          <ac:chgData name="Umesh Bitla" userId="505a3b8286548e55" providerId="Windows Live" clId="Web-{726DC30B-A2B2-CCC5-B89E-7CC0D9C7634E}" dt="2026-01-14T05:16:07.231" v="11"/>
          <ac:picMkLst>
            <pc:docMk/>
            <pc:sldMk cId="3103866879" sldId="341"/>
            <ac:picMk id="17" creationId="{1662305C-7D5C-47F9-877B-466826B518AB}"/>
          </ac:picMkLst>
        </pc:picChg>
        <pc:picChg chg="mod ord">
          <ac:chgData name="Umesh Bitla" userId="505a3b8286548e55" providerId="Windows Live" clId="Web-{726DC30B-A2B2-CCC5-B89E-7CC0D9C7634E}" dt="2026-01-14T05:16:07.231" v="11"/>
          <ac:picMkLst>
            <pc:docMk/>
            <pc:sldMk cId="3103866879" sldId="341"/>
            <ac:picMk id="21" creationId="{BE57492F-8E90-4A7C-973A-7888314D95BE}"/>
          </ac:picMkLst>
        </pc:picChg>
        <pc:picChg chg="mod ord">
          <ac:chgData name="Umesh Bitla" userId="505a3b8286548e55" providerId="Windows Live" clId="Web-{726DC30B-A2B2-CCC5-B89E-7CC0D9C7634E}" dt="2026-01-14T05:16:07.231" v="11"/>
          <ac:picMkLst>
            <pc:docMk/>
            <pc:sldMk cId="3103866879" sldId="341"/>
            <ac:picMk id="25" creationId="{570508E1-6D53-4ABA-B566-1C25D08ABDD2}"/>
          </ac:picMkLst>
        </pc:picChg>
        <pc:picChg chg="mod ord">
          <ac:chgData name="Umesh Bitla" userId="505a3b8286548e55" providerId="Windows Live" clId="Web-{726DC30B-A2B2-CCC5-B89E-7CC0D9C7634E}" dt="2026-01-14T05:16:07.231" v="11"/>
          <ac:picMkLst>
            <pc:docMk/>
            <pc:sldMk cId="3103866879" sldId="341"/>
            <ac:picMk id="29" creationId="{CB30D8EE-713E-4D47-B52D-4F8507389AD0}"/>
          </ac:picMkLst>
        </pc:picChg>
      </pc:sldChg>
      <pc:sldChg chg="modSp del mod modClrScheme chgLayout">
        <pc:chgData name="Umesh Bitla" userId="505a3b8286548e55" providerId="Windows Live" clId="Web-{726DC30B-A2B2-CCC5-B89E-7CC0D9C7634E}" dt="2026-01-14T07:15:59.854" v="1204"/>
        <pc:sldMkLst>
          <pc:docMk/>
          <pc:sldMk cId="587838501" sldId="342"/>
        </pc:sldMkLst>
        <pc:spChg chg="mod ord">
          <ac:chgData name="Umesh Bitla" userId="505a3b8286548e55" providerId="Windows Live" clId="Web-{726DC30B-A2B2-CCC5-B89E-7CC0D9C7634E}" dt="2026-01-14T05:16:07.231" v="11"/>
          <ac:spMkLst>
            <pc:docMk/>
            <pc:sldMk cId="587838501" sldId="342"/>
            <ac:spMk id="4" creationId="{A112D3EB-7697-4AC8-A636-93A28AC917D4}"/>
          </ac:spMkLst>
        </pc:spChg>
        <pc:spChg chg="mod ord">
          <ac:chgData name="Umesh Bitla" userId="505a3b8286548e55" providerId="Windows Live" clId="Web-{726DC30B-A2B2-CCC5-B89E-7CC0D9C7634E}" dt="2026-01-14T05:16:07.231" v="11"/>
          <ac:spMkLst>
            <pc:docMk/>
            <pc:sldMk cId="587838501" sldId="342"/>
            <ac:spMk id="8" creationId="{BC683C02-28E6-4E05-AE2E-4E82FB9AD74C}"/>
          </ac:spMkLst>
        </pc:spChg>
        <pc:spChg chg="mod ord">
          <ac:chgData name="Umesh Bitla" userId="505a3b8286548e55" providerId="Windows Live" clId="Web-{726DC30B-A2B2-CCC5-B89E-7CC0D9C7634E}" dt="2026-01-14T05:16:07.231" v="11"/>
          <ac:spMkLst>
            <pc:docMk/>
            <pc:sldMk cId="587838501" sldId="342"/>
            <ac:spMk id="22" creationId="{647C3F4A-D331-4452-B461-77995DCD0738}"/>
          </ac:spMkLst>
        </pc:spChg>
        <pc:picChg chg="mod ord">
          <ac:chgData name="Umesh Bitla" userId="505a3b8286548e55" providerId="Windows Live" clId="Web-{726DC30B-A2B2-CCC5-B89E-7CC0D9C7634E}" dt="2026-01-14T05:16:07.231" v="11"/>
          <ac:picMkLst>
            <pc:docMk/>
            <pc:sldMk cId="587838501" sldId="342"/>
            <ac:picMk id="6" creationId="{C297EE2C-D560-4328-9AF4-DE9180756728}"/>
          </ac:picMkLst>
        </pc:picChg>
      </pc:sldChg>
      <pc:sldChg chg="addSp delSp modSp mod setBg modClrScheme chgLayout">
        <pc:chgData name="Umesh Bitla" userId="505a3b8286548e55" providerId="Windows Live" clId="Web-{726DC30B-A2B2-CCC5-B89E-7CC0D9C7634E}" dt="2026-01-14T07:33:09.253" v="1439" actId="20577"/>
        <pc:sldMkLst>
          <pc:docMk/>
          <pc:sldMk cId="2643440337" sldId="343"/>
        </pc:sldMkLst>
        <pc:spChg chg="mod ord">
          <ac:chgData name="Umesh Bitla" userId="505a3b8286548e55" providerId="Windows Live" clId="Web-{726DC30B-A2B2-CCC5-B89E-7CC0D9C7634E}" dt="2026-01-14T07:31:49.172" v="1432"/>
          <ac:spMkLst>
            <pc:docMk/>
            <pc:sldMk cId="2643440337" sldId="343"/>
            <ac:spMk id="2" creationId="{3A93203E-97F2-8C25-E924-451E3E65E877}"/>
          </ac:spMkLst>
        </pc:spChg>
        <pc:spChg chg="del mod ord">
          <ac:chgData name="Umesh Bitla" userId="505a3b8286548e55" providerId="Windows Live" clId="Web-{726DC30B-A2B2-CCC5-B89E-7CC0D9C7634E}" dt="2026-01-14T07:31:34.421" v="1430"/>
          <ac:spMkLst>
            <pc:docMk/>
            <pc:sldMk cId="2643440337" sldId="343"/>
            <ac:spMk id="3" creationId="{B1AC16DD-D701-594A-BFB6-193C70CB758C}"/>
          </ac:spMkLst>
        </pc:spChg>
        <pc:spChg chg="add del mod ord">
          <ac:chgData name="Umesh Bitla" userId="505a3b8286548e55" providerId="Windows Live" clId="Web-{726DC30B-A2B2-CCC5-B89E-7CC0D9C7634E}" dt="2026-01-14T07:31:49.203" v="1433"/>
          <ac:spMkLst>
            <pc:docMk/>
            <pc:sldMk cId="2643440337" sldId="343"/>
            <ac:spMk id="4" creationId="{74AFAD3F-82C1-1913-0D0F-66C99DB3047C}"/>
          </ac:spMkLst>
        </pc:spChg>
        <pc:spChg chg="add del">
          <ac:chgData name="Umesh Bitla" userId="505a3b8286548e55" providerId="Windows Live" clId="Web-{726DC30B-A2B2-CCC5-B89E-7CC0D9C7634E}" dt="2026-01-14T07:31:49.172" v="1432"/>
          <ac:spMkLst>
            <pc:docMk/>
            <pc:sldMk cId="2643440337" sldId="343"/>
            <ac:spMk id="10" creationId="{0EB72A9B-FD82-4F09-BF1E-D39311D3A0E3}"/>
          </ac:spMkLst>
        </pc:spChg>
        <pc:spChg chg="add del">
          <ac:chgData name="Umesh Bitla" userId="505a3b8286548e55" providerId="Windows Live" clId="Web-{726DC30B-A2B2-CCC5-B89E-7CC0D9C7634E}" dt="2026-01-14T07:31:49.172" v="1432"/>
          <ac:spMkLst>
            <pc:docMk/>
            <pc:sldMk cId="2643440337" sldId="343"/>
            <ac:spMk id="12" creationId="{DD39B371-6E4E-4070-AB4E-4D788405A5A6}"/>
          </ac:spMkLst>
        </pc:spChg>
        <pc:spChg chg="add del">
          <ac:chgData name="Umesh Bitla" userId="505a3b8286548e55" providerId="Windows Live" clId="Web-{726DC30B-A2B2-CCC5-B89E-7CC0D9C7634E}" dt="2026-01-14T07:31:49.172" v="1432"/>
          <ac:spMkLst>
            <pc:docMk/>
            <pc:sldMk cId="2643440337" sldId="343"/>
            <ac:spMk id="14" creationId="{B937DAED-8BFE-4563-BB45-B5E554D70A84}"/>
          </ac:spMkLst>
        </pc:spChg>
        <pc:graphicFrameChg chg="add del">
          <ac:chgData name="Umesh Bitla" userId="505a3b8286548e55" providerId="Windows Live" clId="Web-{726DC30B-A2B2-CCC5-B89E-7CC0D9C7634E}" dt="2026-01-14T07:31:49.172" v="1432"/>
          <ac:graphicFrameMkLst>
            <pc:docMk/>
            <pc:sldMk cId="2643440337" sldId="343"/>
            <ac:graphicFrameMk id="6" creationId="{E733818F-3C62-AA0B-9C91-BEDB0BBCCD69}"/>
          </ac:graphicFrameMkLst>
        </pc:graphicFrameChg>
        <pc:graphicFrameChg chg="add mod modGraphic">
          <ac:chgData name="Umesh Bitla" userId="505a3b8286548e55" providerId="Windows Live" clId="Web-{726DC30B-A2B2-CCC5-B89E-7CC0D9C7634E}" dt="2026-01-14T07:33:09.253" v="1439" actId="20577"/>
          <ac:graphicFrameMkLst>
            <pc:docMk/>
            <pc:sldMk cId="2643440337" sldId="343"/>
            <ac:graphicFrameMk id="16" creationId="{4F09D056-24B9-FE0C-9341-0B0A85700482}"/>
          </ac:graphicFrameMkLst>
        </pc:graphicFrameChg>
      </pc:sldChg>
      <pc:sldChg chg="addSp delSp modSp del mod modClrScheme delDesignElem chgLayout">
        <pc:chgData name="Umesh Bitla" userId="505a3b8286548e55" providerId="Windows Live" clId="Web-{726DC30B-A2B2-CCC5-B89E-7CC0D9C7634E}" dt="2026-01-14T06:02:18.570" v="425"/>
        <pc:sldMkLst>
          <pc:docMk/>
          <pc:sldMk cId="788935733" sldId="344"/>
        </pc:sldMkLst>
        <pc:spChg chg="mod ord">
          <ac:chgData name="Umesh Bitla" userId="505a3b8286548e55" providerId="Windows Live" clId="Web-{726DC30B-A2B2-CCC5-B89E-7CC0D9C7634E}" dt="2026-01-14T05:16:07.231" v="11"/>
          <ac:spMkLst>
            <pc:docMk/>
            <pc:sldMk cId="788935733" sldId="344"/>
            <ac:spMk id="2" creationId="{133AB614-2F99-AE22-46FA-D693D45B4DD7}"/>
          </ac:spMkLst>
        </pc:spChg>
        <pc:spChg chg="add del">
          <ac:chgData name="Umesh Bitla" userId="505a3b8286548e55" providerId="Windows Live" clId="Web-{726DC30B-A2B2-CCC5-B89E-7CC0D9C7634E}" dt="2026-01-14T05:16:07.231" v="11"/>
          <ac:spMkLst>
            <pc:docMk/>
            <pc:sldMk cId="788935733" sldId="344"/>
            <ac:spMk id="36" creationId="{1E94681D-2A4C-4A8D-B9B5-31D440D0328D}"/>
          </ac:spMkLst>
        </pc:spChg>
        <pc:spChg chg="add del">
          <ac:chgData name="Umesh Bitla" userId="505a3b8286548e55" providerId="Windows Live" clId="Web-{726DC30B-A2B2-CCC5-B89E-7CC0D9C7634E}" dt="2026-01-14T05:16:07.231" v="11"/>
          <ac:spMkLst>
            <pc:docMk/>
            <pc:sldMk cId="788935733" sldId="344"/>
            <ac:spMk id="37" creationId="{04B7AC44-1B7B-4F09-9AA4-3DFDEC5751A8}"/>
          </ac:spMkLst>
        </pc:spChg>
        <pc:spChg chg="add del">
          <ac:chgData name="Umesh Bitla" userId="505a3b8286548e55" providerId="Windows Live" clId="Web-{726DC30B-A2B2-CCC5-B89E-7CC0D9C7634E}" dt="2026-01-14T05:16:07.231" v="11"/>
          <ac:spMkLst>
            <pc:docMk/>
            <pc:sldMk cId="788935733" sldId="344"/>
            <ac:spMk id="38" creationId="{6683E473-94FF-4ACE-9433-1F14799E8907}"/>
          </ac:spMkLst>
        </pc:spChg>
        <pc:spChg chg="add del">
          <ac:chgData name="Umesh Bitla" userId="505a3b8286548e55" providerId="Windows Live" clId="Web-{726DC30B-A2B2-CCC5-B89E-7CC0D9C7634E}" dt="2026-01-14T05:16:07.231" v="11"/>
          <ac:spMkLst>
            <pc:docMk/>
            <pc:sldMk cId="788935733" sldId="344"/>
            <ac:spMk id="39" creationId="{AEE537B6-098D-494F-9A54-F22CD09775CD}"/>
          </ac:spMkLst>
        </pc:spChg>
        <pc:spChg chg="add del">
          <ac:chgData name="Umesh Bitla" userId="505a3b8286548e55" providerId="Windows Live" clId="Web-{726DC30B-A2B2-CCC5-B89E-7CC0D9C7634E}" dt="2026-01-14T05:16:07.231" v="11"/>
          <ac:spMkLst>
            <pc:docMk/>
            <pc:sldMk cId="788935733" sldId="344"/>
            <ac:spMk id="40" creationId="{07328FD4-8F4F-45D0-B179-C09F34FF8E4F}"/>
          </ac:spMkLst>
        </pc:spChg>
        <pc:spChg chg="add del">
          <ac:chgData name="Umesh Bitla" userId="505a3b8286548e55" providerId="Windows Live" clId="Web-{726DC30B-A2B2-CCC5-B89E-7CC0D9C7634E}" dt="2026-01-14T05:16:07.231" v="11"/>
          <ac:spMkLst>
            <pc:docMk/>
            <pc:sldMk cId="788935733" sldId="344"/>
            <ac:spMk id="41" creationId="{4D22A8B8-E29F-4EB2-95D4-3C24EF234786}"/>
          </ac:spMkLst>
        </pc:spChg>
        <pc:spChg chg="add del">
          <ac:chgData name="Umesh Bitla" userId="505a3b8286548e55" providerId="Windows Live" clId="Web-{726DC30B-A2B2-CCC5-B89E-7CC0D9C7634E}" dt="2026-01-14T05:16:07.231" v="11"/>
          <ac:spMkLst>
            <pc:docMk/>
            <pc:sldMk cId="788935733" sldId="344"/>
            <ac:spMk id="42" creationId="{451EF9F5-BAA7-45A5-BD84-F3184FCED115}"/>
          </ac:spMkLst>
        </pc:spChg>
        <pc:spChg chg="mod ord">
          <ac:chgData name="Umesh Bitla" userId="505a3b8286548e55" providerId="Windows Live" clId="Web-{726DC30B-A2B2-CCC5-B89E-7CC0D9C7634E}" dt="2026-01-14T05:16:07.231" v="11"/>
          <ac:spMkLst>
            <pc:docMk/>
            <pc:sldMk cId="788935733" sldId="344"/>
            <ac:spMk id="43" creationId="{7C04159F-93AF-F76E-5AB9-9D209F56C72C}"/>
          </ac:spMkLst>
        </pc:spChg>
        <pc:graphicFrameChg chg="del">
          <ac:chgData name="Umesh Bitla" userId="505a3b8286548e55" providerId="Windows Live" clId="Web-{726DC30B-A2B2-CCC5-B89E-7CC0D9C7634E}" dt="2026-01-14T05:49:48.495" v="278"/>
          <ac:graphicFrameMkLst>
            <pc:docMk/>
            <pc:sldMk cId="788935733" sldId="344"/>
            <ac:graphicFrameMk id="7" creationId="{73390711-5127-04F0-DB6B-FDD20C343BCD}"/>
          </ac:graphicFrameMkLst>
        </pc:graphicFrameChg>
      </pc:sldChg>
      <pc:sldChg chg="addSp delSp modSp mod ord setBg modClrScheme setClrOvrMap delDesignElem chgLayout">
        <pc:chgData name="Umesh Bitla" userId="505a3b8286548e55" providerId="Windows Live" clId="Web-{726DC30B-A2B2-CCC5-B89E-7CC0D9C7634E}" dt="2026-01-14T07:19:23.359" v="1236"/>
        <pc:sldMkLst>
          <pc:docMk/>
          <pc:sldMk cId="2585617293" sldId="345"/>
        </pc:sldMkLst>
        <pc:spChg chg="mod ord">
          <ac:chgData name="Umesh Bitla" userId="505a3b8286548e55" providerId="Windows Live" clId="Web-{726DC30B-A2B2-CCC5-B89E-7CC0D9C7634E}" dt="2026-01-14T07:19:23.359" v="1236"/>
          <ac:spMkLst>
            <pc:docMk/>
            <pc:sldMk cId="2585617293" sldId="345"/>
            <ac:spMk id="2" creationId="{76B158C6-2FE8-9009-4D24-37D6E48742CC}"/>
          </ac:spMkLst>
        </pc:spChg>
        <pc:spChg chg="add del mod ord">
          <ac:chgData name="Umesh Bitla" userId="505a3b8286548e55" providerId="Windows Live" clId="Web-{726DC30B-A2B2-CCC5-B89E-7CC0D9C7634E}" dt="2026-01-14T05:19:12.642" v="17"/>
          <ac:spMkLst>
            <pc:docMk/>
            <pc:sldMk cId="2585617293" sldId="345"/>
            <ac:spMk id="3" creationId="{00303CEA-D21D-E303-940B-60981259392B}"/>
          </ac:spMkLst>
        </pc:spChg>
        <pc:spChg chg="del mod ord">
          <ac:chgData name="Umesh Bitla" userId="505a3b8286548e55" providerId="Windows Live" clId="Web-{726DC30B-A2B2-CCC5-B89E-7CC0D9C7634E}" dt="2026-01-14T05:18:32.610" v="12"/>
          <ac:spMkLst>
            <pc:docMk/>
            <pc:sldMk cId="2585617293" sldId="345"/>
            <ac:spMk id="4" creationId="{F94EB420-3571-AB47-3C31-5F0E8F7581E6}"/>
          </ac:spMkLst>
        </pc:spChg>
        <pc:spChg chg="add del">
          <ac:chgData name="Umesh Bitla" userId="505a3b8286548e55" providerId="Windows Live" clId="Web-{726DC30B-A2B2-CCC5-B89E-7CC0D9C7634E}" dt="2026-01-14T05:19:09.111" v="14"/>
          <ac:spMkLst>
            <pc:docMk/>
            <pc:sldMk cId="2585617293" sldId="345"/>
            <ac:spMk id="11" creationId="{19814177-D087-1A3E-3F18-AAB5F536D0E8}"/>
          </ac:spMkLst>
        </pc:spChg>
        <pc:spChg chg="add del mod">
          <ac:chgData name="Umesh Bitla" userId="505a3b8286548e55" providerId="Windows Live" clId="Web-{726DC30B-A2B2-CCC5-B89E-7CC0D9C7634E}" dt="2026-01-14T05:23:35.575" v="22"/>
          <ac:spMkLst>
            <pc:docMk/>
            <pc:sldMk cId="2585617293" sldId="345"/>
            <ac:spMk id="12" creationId="{E70262BB-0C39-65F2-3AE2-F9416D721981}"/>
          </ac:spMkLst>
        </pc:spChg>
        <pc:spChg chg="add del">
          <ac:chgData name="Umesh Bitla" userId="505a3b8286548e55" providerId="Windows Live" clId="Web-{726DC30B-A2B2-CCC5-B89E-7CC0D9C7634E}" dt="2026-01-14T05:19:12.611" v="16"/>
          <ac:spMkLst>
            <pc:docMk/>
            <pc:sldMk cId="2585617293" sldId="345"/>
            <ac:spMk id="13" creationId="{685B1578-9B95-463A-91DE-797A98F7E96A}"/>
          </ac:spMkLst>
        </pc:spChg>
        <pc:spChg chg="add del">
          <ac:chgData name="Umesh Bitla" userId="505a3b8286548e55" providerId="Windows Live" clId="Web-{726DC30B-A2B2-CCC5-B89E-7CC0D9C7634E}" dt="2026-01-14T05:19:09.111" v="14"/>
          <ac:spMkLst>
            <pc:docMk/>
            <pc:sldMk cId="2585617293" sldId="345"/>
            <ac:spMk id="14" creationId="{1E94681D-2A4C-4A8D-B9B5-31D440D0328D}"/>
          </ac:spMkLst>
        </pc:spChg>
        <pc:spChg chg="add del">
          <ac:chgData name="Umesh Bitla" userId="505a3b8286548e55" providerId="Windows Live" clId="Web-{726DC30B-A2B2-CCC5-B89E-7CC0D9C7634E}" dt="2026-01-14T05:19:12.611" v="16"/>
          <ac:spMkLst>
            <pc:docMk/>
            <pc:sldMk cId="2585617293" sldId="345"/>
            <ac:spMk id="15" creationId="{B7753F1F-C532-475B-BE0D-7359EB6F86EF}"/>
          </ac:spMkLst>
        </pc:spChg>
        <pc:spChg chg="add del">
          <ac:chgData name="Umesh Bitla" userId="505a3b8286548e55" providerId="Windows Live" clId="Web-{726DC30B-A2B2-CCC5-B89E-7CC0D9C7634E}" dt="2026-01-14T05:19:09.111" v="14"/>
          <ac:spMkLst>
            <pc:docMk/>
            <pc:sldMk cId="2585617293" sldId="345"/>
            <ac:spMk id="16" creationId="{04B7AC44-1B7B-4F09-9AA4-3DFDEC5751A8}"/>
          </ac:spMkLst>
        </pc:spChg>
        <pc:spChg chg="add del">
          <ac:chgData name="Umesh Bitla" userId="505a3b8286548e55" providerId="Windows Live" clId="Web-{726DC30B-A2B2-CCC5-B89E-7CC0D9C7634E}" dt="2026-01-14T05:19:12.611" v="16"/>
          <ac:spMkLst>
            <pc:docMk/>
            <pc:sldMk cId="2585617293" sldId="345"/>
            <ac:spMk id="17" creationId="{B6F90BEF-F5C9-43BB-9FED-780B2E802B77}"/>
          </ac:spMkLst>
        </pc:spChg>
        <pc:spChg chg="add del">
          <ac:chgData name="Umesh Bitla" userId="505a3b8286548e55" providerId="Windows Live" clId="Web-{726DC30B-A2B2-CCC5-B89E-7CC0D9C7634E}" dt="2026-01-14T05:19:09.111" v="14"/>
          <ac:spMkLst>
            <pc:docMk/>
            <pc:sldMk cId="2585617293" sldId="345"/>
            <ac:spMk id="18" creationId="{6683E473-94FF-4ACE-9433-1F14799E8907}"/>
          </ac:spMkLst>
        </pc:spChg>
        <pc:spChg chg="add del">
          <ac:chgData name="Umesh Bitla" userId="505a3b8286548e55" providerId="Windows Live" clId="Web-{726DC30B-A2B2-CCC5-B89E-7CC0D9C7634E}" dt="2026-01-14T05:19:12.611" v="16"/>
          <ac:spMkLst>
            <pc:docMk/>
            <pc:sldMk cId="2585617293" sldId="345"/>
            <ac:spMk id="19" creationId="{BC0B41FD-D897-4F21-A5F3-254C563DC684}"/>
          </ac:spMkLst>
        </pc:spChg>
        <pc:spChg chg="add del">
          <ac:chgData name="Umesh Bitla" userId="505a3b8286548e55" providerId="Windows Live" clId="Web-{726DC30B-A2B2-CCC5-B89E-7CC0D9C7634E}" dt="2026-01-14T05:19:09.111" v="14"/>
          <ac:spMkLst>
            <pc:docMk/>
            <pc:sldMk cId="2585617293" sldId="345"/>
            <ac:spMk id="20" creationId="{4E9EDDFA-8F05-462B-8D3E-5B9C4FBC735B}"/>
          </ac:spMkLst>
        </pc:spChg>
        <pc:spChg chg="add del">
          <ac:chgData name="Umesh Bitla" userId="505a3b8286548e55" providerId="Windows Live" clId="Web-{726DC30B-A2B2-CCC5-B89E-7CC0D9C7634E}" dt="2026-01-14T05:19:12.611" v="16"/>
          <ac:spMkLst>
            <pc:docMk/>
            <pc:sldMk cId="2585617293" sldId="345"/>
            <ac:spMk id="21" creationId="{74F628E5-F145-4719-B240-F9D1B2D501FE}"/>
          </ac:spMkLst>
        </pc:spChg>
        <pc:spChg chg="add del">
          <ac:chgData name="Umesh Bitla" userId="505a3b8286548e55" providerId="Windows Live" clId="Web-{726DC30B-A2B2-CCC5-B89E-7CC0D9C7634E}" dt="2026-01-14T05:19:09.111" v="14"/>
          <ac:spMkLst>
            <pc:docMk/>
            <pc:sldMk cId="2585617293" sldId="345"/>
            <ac:spMk id="22" creationId="{143F9A23-3237-4ED6-A1E9-C0E6530E053B}"/>
          </ac:spMkLst>
        </pc:spChg>
        <pc:spChg chg="add del">
          <ac:chgData name="Umesh Bitla" userId="505a3b8286548e55" providerId="Windows Live" clId="Web-{726DC30B-A2B2-CCC5-B89E-7CC0D9C7634E}" dt="2026-01-14T05:19:09.111" v="14"/>
          <ac:spMkLst>
            <pc:docMk/>
            <pc:sldMk cId="2585617293" sldId="345"/>
            <ac:spMk id="24" creationId="{C63CD46D-4335-4BA4-842A-BF835A99CB2C}"/>
          </ac:spMkLst>
        </pc:spChg>
        <pc:spChg chg="add del">
          <ac:chgData name="Umesh Bitla" userId="505a3b8286548e55" providerId="Windows Live" clId="Web-{726DC30B-A2B2-CCC5-B89E-7CC0D9C7634E}" dt="2026-01-14T05:19:12.611" v="16"/>
          <ac:spMkLst>
            <pc:docMk/>
            <pc:sldMk cId="2585617293" sldId="345"/>
            <ac:spMk id="26" creationId="{1E94681D-2A4C-4A8D-B9B5-31D440D0328D}"/>
          </ac:spMkLst>
        </pc:spChg>
        <pc:spChg chg="add del">
          <ac:chgData name="Umesh Bitla" userId="505a3b8286548e55" providerId="Windows Live" clId="Web-{726DC30B-A2B2-CCC5-B89E-7CC0D9C7634E}" dt="2026-01-14T05:20:23.175" v="20"/>
          <ac:spMkLst>
            <pc:docMk/>
            <pc:sldMk cId="2585617293" sldId="345"/>
            <ac:spMk id="29" creationId="{1E94681D-2A4C-4A8D-B9B5-31D440D0328D}"/>
          </ac:spMkLst>
        </pc:spChg>
        <pc:spChg chg="add del">
          <ac:chgData name="Umesh Bitla" userId="505a3b8286548e55" providerId="Windows Live" clId="Web-{726DC30B-A2B2-CCC5-B89E-7CC0D9C7634E}" dt="2026-01-14T05:20:23.175" v="20"/>
          <ac:spMkLst>
            <pc:docMk/>
            <pc:sldMk cId="2585617293" sldId="345"/>
            <ac:spMk id="30" creationId="{04B7AC44-1B7B-4F09-9AA4-3DFDEC5751A8}"/>
          </ac:spMkLst>
        </pc:spChg>
        <pc:spChg chg="add">
          <ac:chgData name="Umesh Bitla" userId="505a3b8286548e55" providerId="Windows Live" clId="Web-{726DC30B-A2B2-CCC5-B89E-7CC0D9C7634E}" dt="2026-01-14T05:19:12.642" v="17"/>
          <ac:spMkLst>
            <pc:docMk/>
            <pc:sldMk cId="2585617293" sldId="345"/>
            <ac:spMk id="31" creationId="{6683E473-94FF-4ACE-9433-1F14799E8907}"/>
          </ac:spMkLst>
        </pc:spChg>
        <pc:spChg chg="add del">
          <ac:chgData name="Umesh Bitla" userId="505a3b8286548e55" providerId="Windows Live" clId="Web-{726DC30B-A2B2-CCC5-B89E-7CC0D9C7634E}" dt="2026-01-14T05:20:23.175" v="20"/>
          <ac:spMkLst>
            <pc:docMk/>
            <pc:sldMk cId="2585617293" sldId="345"/>
            <ac:spMk id="32" creationId="{4E9EDDFA-8F05-462B-8D3E-5B9C4FBC735B}"/>
          </ac:spMkLst>
        </pc:spChg>
        <pc:spChg chg="add del">
          <ac:chgData name="Umesh Bitla" userId="505a3b8286548e55" providerId="Windows Live" clId="Web-{726DC30B-A2B2-CCC5-B89E-7CC0D9C7634E}" dt="2026-01-14T05:20:23.175" v="20"/>
          <ac:spMkLst>
            <pc:docMk/>
            <pc:sldMk cId="2585617293" sldId="345"/>
            <ac:spMk id="33" creationId="{143F9A23-3237-4ED6-A1E9-C0E6530E053B}"/>
          </ac:spMkLst>
        </pc:spChg>
        <pc:spChg chg="add">
          <ac:chgData name="Umesh Bitla" userId="505a3b8286548e55" providerId="Windows Live" clId="Web-{726DC30B-A2B2-CCC5-B89E-7CC0D9C7634E}" dt="2026-01-14T05:19:12.642" v="17"/>
          <ac:spMkLst>
            <pc:docMk/>
            <pc:sldMk cId="2585617293" sldId="345"/>
            <ac:spMk id="34" creationId="{C63CD46D-4335-4BA4-842A-BF835A99CB2C}"/>
          </ac:spMkLst>
        </pc:spChg>
        <pc:spChg chg="add del">
          <ac:chgData name="Umesh Bitla" userId="505a3b8286548e55" providerId="Windows Live" clId="Web-{726DC30B-A2B2-CCC5-B89E-7CC0D9C7634E}" dt="2026-01-14T05:20:09.596" v="19"/>
          <ac:spMkLst>
            <pc:docMk/>
            <pc:sldMk cId="2585617293" sldId="345"/>
            <ac:spMk id="35" creationId="{19814177-D087-1A3E-3F18-AAB5F536D0E8}"/>
          </ac:spMkLst>
        </pc:spChg>
        <pc:spChg chg="add del">
          <ac:chgData name="Umesh Bitla" userId="505a3b8286548e55" providerId="Windows Live" clId="Web-{726DC30B-A2B2-CCC5-B89E-7CC0D9C7634E}" dt="2026-01-14T07:19:23.359" v="1236"/>
          <ac:spMkLst>
            <pc:docMk/>
            <pc:sldMk cId="2585617293" sldId="345"/>
            <ac:spMk id="39" creationId="{1E94681D-2A4C-4A8D-B9B5-31D440D0328D}"/>
          </ac:spMkLst>
        </pc:spChg>
        <pc:spChg chg="add del">
          <ac:chgData name="Umesh Bitla" userId="505a3b8286548e55" providerId="Windows Live" clId="Web-{726DC30B-A2B2-CCC5-B89E-7CC0D9C7634E}" dt="2026-01-14T07:19:23.359" v="1236"/>
          <ac:spMkLst>
            <pc:docMk/>
            <pc:sldMk cId="2585617293" sldId="345"/>
            <ac:spMk id="41" creationId="{685B1578-9B95-463A-91DE-797A98F7E96A}"/>
          </ac:spMkLst>
        </pc:spChg>
        <pc:spChg chg="add del">
          <ac:chgData name="Umesh Bitla" userId="505a3b8286548e55" providerId="Windows Live" clId="Web-{726DC30B-A2B2-CCC5-B89E-7CC0D9C7634E}" dt="2026-01-14T07:19:23.359" v="1236"/>
          <ac:spMkLst>
            <pc:docMk/>
            <pc:sldMk cId="2585617293" sldId="345"/>
            <ac:spMk id="43" creationId="{B7753F1F-C532-475B-BE0D-7359EB6F86EF}"/>
          </ac:spMkLst>
        </pc:spChg>
        <pc:spChg chg="add del">
          <ac:chgData name="Umesh Bitla" userId="505a3b8286548e55" providerId="Windows Live" clId="Web-{726DC30B-A2B2-CCC5-B89E-7CC0D9C7634E}" dt="2026-01-14T07:19:23.359" v="1236"/>
          <ac:spMkLst>
            <pc:docMk/>
            <pc:sldMk cId="2585617293" sldId="345"/>
            <ac:spMk id="45" creationId="{A2AD6B69-E0A0-476D-9EE1-6B69F04C59F8}"/>
          </ac:spMkLst>
        </pc:spChg>
        <pc:spChg chg="add del">
          <ac:chgData name="Umesh Bitla" userId="505a3b8286548e55" providerId="Windows Live" clId="Web-{726DC30B-A2B2-CCC5-B89E-7CC0D9C7634E}" dt="2026-01-14T07:19:23.359" v="1236"/>
          <ac:spMkLst>
            <pc:docMk/>
            <pc:sldMk cId="2585617293" sldId="345"/>
            <ac:spMk id="47" creationId="{16BE10A1-AD5F-4AB3-8A94-41D62B494ADB}"/>
          </ac:spMkLst>
        </pc:spChg>
        <pc:spChg chg="add del">
          <ac:chgData name="Umesh Bitla" userId="505a3b8286548e55" providerId="Windows Live" clId="Web-{726DC30B-A2B2-CCC5-B89E-7CC0D9C7634E}" dt="2026-01-14T07:19:23.359" v="1236"/>
          <ac:spMkLst>
            <pc:docMk/>
            <pc:sldMk cId="2585617293" sldId="345"/>
            <ac:spMk id="49" creationId="{5684BFFE-6A90-4311-ACD5-B34177D46462}"/>
          </ac:spMkLst>
        </pc:spChg>
        <pc:spChg chg="add del">
          <ac:chgData name="Umesh Bitla" userId="505a3b8286548e55" providerId="Windows Live" clId="Web-{726DC30B-A2B2-CCC5-B89E-7CC0D9C7634E}" dt="2026-01-14T05:27:37.442" v="60"/>
          <ac:spMkLst>
            <pc:docMk/>
            <pc:sldMk cId="2585617293" sldId="345"/>
            <ac:spMk id="51" creationId="{904DB13E-F722-4ED6-BB00-556651E95281}"/>
          </ac:spMkLst>
        </pc:spChg>
        <pc:spChg chg="mod">
          <ac:chgData name="Umesh Bitla" userId="505a3b8286548e55" providerId="Windows Live" clId="Web-{726DC30B-A2B2-CCC5-B89E-7CC0D9C7634E}" dt="2026-01-14T05:25:44.658" v="41" actId="14100"/>
          <ac:spMkLst>
            <pc:docMk/>
            <pc:sldMk cId="2585617293" sldId="345"/>
            <ac:spMk id="53" creationId="{8CDE34E2-2D12-EBF1-DC8F-805348CFEA5B}"/>
          </ac:spMkLst>
        </pc:spChg>
        <pc:spChg chg="add del">
          <ac:chgData name="Umesh Bitla" userId="505a3b8286548e55" providerId="Windows Live" clId="Web-{726DC30B-A2B2-CCC5-B89E-7CC0D9C7634E}" dt="2026-01-14T05:27:37.442" v="60"/>
          <ac:spMkLst>
            <pc:docMk/>
            <pc:sldMk cId="2585617293" sldId="345"/>
            <ac:spMk id="55" creationId="{367909BF-1DF7-4ACE-8F58-6CF719BB27E5}"/>
          </ac:spMkLst>
        </pc:spChg>
        <pc:spChg chg="add del">
          <ac:chgData name="Umesh Bitla" userId="505a3b8286548e55" providerId="Windows Live" clId="Web-{726DC30B-A2B2-CCC5-B89E-7CC0D9C7634E}" dt="2026-01-14T05:24:33.452" v="30"/>
          <ac:spMkLst>
            <pc:docMk/>
            <pc:sldMk cId="2585617293" sldId="345"/>
            <ac:spMk id="58" creationId="{367909BF-1DF7-4ACE-8F58-6CF719BB27E5}"/>
          </ac:spMkLst>
        </pc:spChg>
        <pc:spChg chg="add del">
          <ac:chgData name="Umesh Bitla" userId="505a3b8286548e55" providerId="Windows Live" clId="Web-{726DC30B-A2B2-CCC5-B89E-7CC0D9C7634E}" dt="2026-01-14T05:24:33.452" v="30"/>
          <ac:spMkLst>
            <pc:docMk/>
            <pc:sldMk cId="2585617293" sldId="345"/>
            <ac:spMk id="60" creationId="{89E8BEDB-0BBC-4F21-9CFB-8530D664C343}"/>
          </ac:spMkLst>
        </pc:spChg>
        <pc:spChg chg="add del">
          <ac:chgData name="Umesh Bitla" userId="505a3b8286548e55" providerId="Windows Live" clId="Web-{726DC30B-A2B2-CCC5-B89E-7CC0D9C7634E}" dt="2026-01-14T05:25:49.486" v="44"/>
          <ac:spMkLst>
            <pc:docMk/>
            <pc:sldMk cId="2585617293" sldId="345"/>
            <ac:spMk id="66" creationId="{CCD55733-8901-41FA-96F8-517B25ECD338}"/>
          </ac:spMkLst>
        </pc:spChg>
        <pc:spChg chg="add del">
          <ac:chgData name="Umesh Bitla" userId="505a3b8286548e55" providerId="Windows Live" clId="Web-{726DC30B-A2B2-CCC5-B89E-7CC0D9C7634E}" dt="2026-01-14T05:27:37.442" v="60"/>
          <ac:spMkLst>
            <pc:docMk/>
            <pc:sldMk cId="2585617293" sldId="345"/>
            <ac:spMk id="70" creationId="{391159B2-3847-4541-BAAE-D93F71723E70}"/>
          </ac:spMkLst>
        </pc:spChg>
        <pc:spChg chg="add del">
          <ac:chgData name="Umesh Bitla" userId="505a3b8286548e55" providerId="Windows Live" clId="Web-{726DC30B-A2B2-CCC5-B89E-7CC0D9C7634E}" dt="2026-01-14T05:24:33.452" v="30"/>
          <ac:spMkLst>
            <pc:docMk/>
            <pc:sldMk cId="2585617293" sldId="345"/>
            <ac:spMk id="71" creationId="{93BDF953-B1FC-408F-A14E-33A8C1DC1B4B}"/>
          </ac:spMkLst>
        </pc:spChg>
        <pc:spChg chg="add del">
          <ac:chgData name="Umesh Bitla" userId="505a3b8286548e55" providerId="Windows Live" clId="Web-{726DC30B-A2B2-CCC5-B89E-7CC0D9C7634E}" dt="2026-01-14T05:24:33.452" v="30"/>
          <ac:spMkLst>
            <pc:docMk/>
            <pc:sldMk cId="2585617293" sldId="345"/>
            <ac:spMk id="73" creationId="{17C4AC30-431E-4860-8128-139F9F61E237}"/>
          </ac:spMkLst>
        </pc:spChg>
        <pc:spChg chg="add del">
          <ac:chgData name="Umesh Bitla" userId="505a3b8286548e55" providerId="Windows Live" clId="Web-{726DC30B-A2B2-CCC5-B89E-7CC0D9C7634E}" dt="2026-01-14T05:27:37.442" v="60"/>
          <ac:spMkLst>
            <pc:docMk/>
            <pc:sldMk cId="2585617293" sldId="345"/>
            <ac:spMk id="74" creationId="{17C4AC30-431E-4860-8128-139F9F61E237}"/>
          </ac:spMkLst>
        </pc:spChg>
        <pc:spChg chg="add del">
          <ac:chgData name="Umesh Bitla" userId="505a3b8286548e55" providerId="Windows Live" clId="Web-{726DC30B-A2B2-CCC5-B89E-7CC0D9C7634E}" dt="2026-01-14T05:24:51.062" v="32"/>
          <ac:spMkLst>
            <pc:docMk/>
            <pc:sldMk cId="2585617293" sldId="345"/>
            <ac:spMk id="84" creationId="{1E8D93C5-28EB-42D0-86CE-D804955653CC}"/>
          </ac:spMkLst>
        </pc:spChg>
        <pc:spChg chg="add del">
          <ac:chgData name="Umesh Bitla" userId="505a3b8286548e55" providerId="Windows Live" clId="Web-{726DC30B-A2B2-CCC5-B89E-7CC0D9C7634E}" dt="2026-01-14T05:24:51.062" v="32"/>
          <ac:spMkLst>
            <pc:docMk/>
            <pc:sldMk cId="2585617293" sldId="345"/>
            <ac:spMk id="87" creationId="{3BB65211-00DB-45B6-A223-033B2D19CBE8}"/>
          </ac:spMkLst>
        </pc:spChg>
        <pc:spChg chg="add del">
          <ac:chgData name="Umesh Bitla" userId="505a3b8286548e55" providerId="Windows Live" clId="Web-{726DC30B-A2B2-CCC5-B89E-7CC0D9C7634E}" dt="2026-01-14T05:24:51.062" v="32"/>
          <ac:spMkLst>
            <pc:docMk/>
            <pc:sldMk cId="2585617293" sldId="345"/>
            <ac:spMk id="89" creationId="{9891C27D-8C9D-415C-A639-23D76B7B1C1D}"/>
          </ac:spMkLst>
        </pc:spChg>
        <pc:spChg chg="add del">
          <ac:chgData name="Umesh Bitla" userId="505a3b8286548e55" providerId="Windows Live" clId="Web-{726DC30B-A2B2-CCC5-B89E-7CC0D9C7634E}" dt="2026-01-14T05:24:51.062" v="32"/>
          <ac:spMkLst>
            <pc:docMk/>
            <pc:sldMk cId="2585617293" sldId="345"/>
            <ac:spMk id="90" creationId="{E8F4C0D6-B7E0-42D0-A57F-6781017A2164}"/>
          </ac:spMkLst>
        </pc:spChg>
        <pc:spChg chg="add del">
          <ac:chgData name="Umesh Bitla" userId="505a3b8286548e55" providerId="Windows Live" clId="Web-{726DC30B-A2B2-CCC5-B89E-7CC0D9C7634E}" dt="2026-01-14T05:24:51.062" v="32"/>
          <ac:spMkLst>
            <pc:docMk/>
            <pc:sldMk cId="2585617293" sldId="345"/>
            <ac:spMk id="93" creationId="{A50B663E-F671-4504-99A8-4559554692B0}"/>
          </ac:spMkLst>
        </pc:spChg>
        <pc:spChg chg="add del">
          <ac:chgData name="Umesh Bitla" userId="505a3b8286548e55" providerId="Windows Live" clId="Web-{726DC30B-A2B2-CCC5-B89E-7CC0D9C7634E}" dt="2026-01-14T05:24:51.062" v="32"/>
          <ac:spMkLst>
            <pc:docMk/>
            <pc:sldMk cId="2585617293" sldId="345"/>
            <ac:spMk id="94" creationId="{2EF89585-ECD6-4B38-96B1-AD41A1BD4BE1}"/>
          </ac:spMkLst>
        </pc:spChg>
        <pc:spChg chg="add del">
          <ac:chgData name="Umesh Bitla" userId="505a3b8286548e55" providerId="Windows Live" clId="Web-{726DC30B-A2B2-CCC5-B89E-7CC0D9C7634E}" dt="2026-01-14T05:25:49.486" v="44"/>
          <ac:spMkLst>
            <pc:docMk/>
            <pc:sldMk cId="2585617293" sldId="345"/>
            <ac:spMk id="98" creationId="{FB65ABA3-820C-4D75-9437-9EFA1ADFE134}"/>
          </ac:spMkLst>
        </pc:spChg>
        <pc:spChg chg="add del">
          <ac:chgData name="Umesh Bitla" userId="505a3b8286548e55" providerId="Windows Live" clId="Web-{726DC30B-A2B2-CCC5-B89E-7CC0D9C7634E}" dt="2026-01-14T05:25:49.486" v="44"/>
          <ac:spMkLst>
            <pc:docMk/>
            <pc:sldMk cId="2585617293" sldId="345"/>
            <ac:spMk id="99" creationId="{036BF2FB-90D8-48DB-BD34-D040CDCFF208}"/>
          </ac:spMkLst>
        </pc:spChg>
        <pc:spChg chg="add del">
          <ac:chgData name="Umesh Bitla" userId="505a3b8286548e55" providerId="Windows Live" clId="Web-{726DC30B-A2B2-CCC5-B89E-7CC0D9C7634E}" dt="2026-01-14T05:25:49.486" v="44"/>
          <ac:spMkLst>
            <pc:docMk/>
            <pc:sldMk cId="2585617293" sldId="345"/>
            <ac:spMk id="100" creationId="{ED37D9BF-1581-4883-B799-C043F8FE97A4}"/>
          </ac:spMkLst>
        </pc:spChg>
        <pc:spChg chg="add del">
          <ac:chgData name="Umesh Bitla" userId="505a3b8286548e55" providerId="Windows Live" clId="Web-{726DC30B-A2B2-CCC5-B89E-7CC0D9C7634E}" dt="2026-01-14T05:27:48.177" v="62"/>
          <ac:spMkLst>
            <pc:docMk/>
            <pc:sldMk cId="2585617293" sldId="345"/>
            <ac:spMk id="101" creationId="{1E8D93C5-28EB-42D0-86CE-D804955653CC}"/>
          </ac:spMkLst>
        </pc:spChg>
        <pc:spChg chg="add del">
          <ac:chgData name="Umesh Bitla" userId="505a3b8286548e55" providerId="Windows Live" clId="Web-{726DC30B-A2B2-CCC5-B89E-7CC0D9C7634E}" dt="2026-01-14T05:27:48.177" v="62"/>
          <ac:spMkLst>
            <pc:docMk/>
            <pc:sldMk cId="2585617293" sldId="345"/>
            <ac:spMk id="103" creationId="{3BB65211-00DB-45B6-A223-033B2D19CBE8}"/>
          </ac:spMkLst>
        </pc:spChg>
        <pc:spChg chg="add del">
          <ac:chgData name="Umesh Bitla" userId="505a3b8286548e55" providerId="Windows Live" clId="Web-{726DC30B-A2B2-CCC5-B89E-7CC0D9C7634E}" dt="2026-01-14T05:25:42.720" v="39"/>
          <ac:spMkLst>
            <pc:docMk/>
            <pc:sldMk cId="2585617293" sldId="345"/>
            <ac:spMk id="107" creationId="{1E8D93C5-28EB-42D0-86CE-D804955653CC}"/>
          </ac:spMkLst>
        </pc:spChg>
        <pc:spChg chg="add del">
          <ac:chgData name="Umesh Bitla" userId="505a3b8286548e55" providerId="Windows Live" clId="Web-{726DC30B-A2B2-CCC5-B89E-7CC0D9C7634E}" dt="2026-01-14T05:25:42.720" v="39"/>
          <ac:spMkLst>
            <pc:docMk/>
            <pc:sldMk cId="2585617293" sldId="345"/>
            <ac:spMk id="109" creationId="{AB1B1E7D-F76D-4744-AF85-239E6998A4C5}"/>
          </ac:spMkLst>
        </pc:spChg>
        <pc:spChg chg="add del">
          <ac:chgData name="Umesh Bitla" userId="505a3b8286548e55" providerId="Windows Live" clId="Web-{726DC30B-A2B2-CCC5-B89E-7CC0D9C7634E}" dt="2026-01-14T05:27:48.177" v="62"/>
          <ac:spMkLst>
            <pc:docMk/>
            <pc:sldMk cId="2585617293" sldId="345"/>
            <ac:spMk id="110" creationId="{E8F4C0D6-B7E0-42D0-A57F-6781017A2164}"/>
          </ac:spMkLst>
        </pc:spChg>
        <pc:spChg chg="add del">
          <ac:chgData name="Umesh Bitla" userId="505a3b8286548e55" providerId="Windows Live" clId="Web-{726DC30B-A2B2-CCC5-B89E-7CC0D9C7634E}" dt="2026-01-14T05:27:48.177" v="62"/>
          <ac:spMkLst>
            <pc:docMk/>
            <pc:sldMk cId="2585617293" sldId="345"/>
            <ac:spMk id="112" creationId="{5B4D6D08-A7F1-4445-BA2E-E449562C04C1}"/>
          </ac:spMkLst>
        </pc:spChg>
        <pc:spChg chg="add del">
          <ac:chgData name="Umesh Bitla" userId="505a3b8286548e55" providerId="Windows Live" clId="Web-{726DC30B-A2B2-CCC5-B89E-7CC0D9C7634E}" dt="2026-01-14T05:27:48.177" v="62"/>
          <ac:spMkLst>
            <pc:docMk/>
            <pc:sldMk cId="2585617293" sldId="345"/>
            <ac:spMk id="115" creationId="{A50B663E-F671-4504-99A8-4559554692B0}"/>
          </ac:spMkLst>
        </pc:spChg>
        <pc:spChg chg="add del">
          <ac:chgData name="Umesh Bitla" userId="505a3b8286548e55" providerId="Windows Live" clId="Web-{726DC30B-A2B2-CCC5-B89E-7CC0D9C7634E}" dt="2026-01-14T05:27:48.177" v="62"/>
          <ac:spMkLst>
            <pc:docMk/>
            <pc:sldMk cId="2585617293" sldId="345"/>
            <ac:spMk id="116" creationId="{2EF89585-ECD6-4B38-96B1-AD41A1BD4BE1}"/>
          </ac:spMkLst>
        </pc:spChg>
        <pc:spChg chg="add del">
          <ac:chgData name="Umesh Bitla" userId="505a3b8286548e55" providerId="Windows Live" clId="Web-{726DC30B-A2B2-CCC5-B89E-7CC0D9C7634E}" dt="2026-01-14T05:25:42.720" v="39"/>
          <ac:spMkLst>
            <pc:docMk/>
            <pc:sldMk cId="2585617293" sldId="345"/>
            <ac:spMk id="118" creationId="{9891C27D-8C9D-415C-A639-23D76B7B1C1D}"/>
          </ac:spMkLst>
        </pc:spChg>
        <pc:spChg chg="add del">
          <ac:chgData name="Umesh Bitla" userId="505a3b8286548e55" providerId="Windows Live" clId="Web-{726DC30B-A2B2-CCC5-B89E-7CC0D9C7634E}" dt="2026-01-14T05:25:42.720" v="39"/>
          <ac:spMkLst>
            <pc:docMk/>
            <pc:sldMk cId="2585617293" sldId="345"/>
            <ac:spMk id="122" creationId="{5B4D6D08-A7F1-4445-BA2E-E449562C04C1}"/>
          </ac:spMkLst>
        </pc:spChg>
        <pc:spChg chg="add del">
          <ac:chgData name="Umesh Bitla" userId="505a3b8286548e55" providerId="Windows Live" clId="Web-{726DC30B-A2B2-CCC5-B89E-7CC0D9C7634E}" dt="2026-01-14T05:25:42.720" v="39"/>
          <ac:spMkLst>
            <pc:docMk/>
            <pc:sldMk cId="2585617293" sldId="345"/>
            <ac:spMk id="126" creationId="{A50B663E-F671-4504-99A8-4559554692B0}"/>
          </ac:spMkLst>
        </pc:spChg>
        <pc:spChg chg="add del">
          <ac:chgData name="Umesh Bitla" userId="505a3b8286548e55" providerId="Windows Live" clId="Web-{726DC30B-A2B2-CCC5-B89E-7CC0D9C7634E}" dt="2026-01-14T05:25:42.720" v="39"/>
          <ac:spMkLst>
            <pc:docMk/>
            <pc:sldMk cId="2585617293" sldId="345"/>
            <ac:spMk id="128" creationId="{2EF89585-ECD6-4B38-96B1-AD41A1BD4BE1}"/>
          </ac:spMkLst>
        </pc:spChg>
        <pc:spChg chg="add del">
          <ac:chgData name="Umesh Bitla" userId="505a3b8286548e55" providerId="Windows Live" clId="Web-{726DC30B-A2B2-CCC5-B89E-7CC0D9C7634E}" dt="2026-01-14T05:25:42.720" v="39"/>
          <ac:spMkLst>
            <pc:docMk/>
            <pc:sldMk cId="2585617293" sldId="345"/>
            <ac:spMk id="136" creationId="{3F4C63FE-9526-4F8E-BCFD-954D2EF9475B}"/>
          </ac:spMkLst>
        </pc:spChg>
        <pc:graphicFrameChg chg="add del mod ord modGraphic">
          <ac:chgData name="Umesh Bitla" userId="505a3b8286548e55" providerId="Windows Live" clId="Web-{726DC30B-A2B2-CCC5-B89E-7CC0D9C7634E}" dt="2026-01-14T05:19:12.611" v="16"/>
          <ac:graphicFrameMkLst>
            <pc:docMk/>
            <pc:sldMk cId="2585617293" sldId="345"/>
            <ac:graphicFrameMk id="6" creationId="{62EDF5F6-2B98-6315-DD1F-DDD97F6F445E}"/>
          </ac:graphicFrameMkLst>
        </pc:graphicFrameChg>
        <pc:graphicFrameChg chg="add del mod ord modGraphic">
          <ac:chgData name="Umesh Bitla" userId="505a3b8286548e55" providerId="Windows Live" clId="Web-{726DC30B-A2B2-CCC5-B89E-7CC0D9C7634E}" dt="2026-01-14T05:22:25.305" v="21"/>
          <ac:graphicFrameMkLst>
            <pc:docMk/>
            <pc:sldMk cId="2585617293" sldId="345"/>
            <ac:graphicFrameMk id="8" creationId="{BE268382-DA9C-61FF-9458-4F24D8A402BD}"/>
          </ac:graphicFrameMkLst>
        </pc:graphicFrameChg>
        <pc:graphicFrameChg chg="add del">
          <ac:chgData name="Umesh Bitla" userId="505a3b8286548e55" providerId="Windows Live" clId="Web-{726DC30B-A2B2-CCC5-B89E-7CC0D9C7634E}" dt="2026-01-14T05:19:12.611" v="16"/>
          <ac:graphicFrameMkLst>
            <pc:docMk/>
            <pc:sldMk cId="2585617293" sldId="345"/>
            <ac:graphicFrameMk id="27" creationId="{62EDF5F6-2B98-6315-DD1F-DDD97F6F445E}"/>
          </ac:graphicFrameMkLst>
        </pc:graphicFrameChg>
        <pc:graphicFrameChg chg="add del">
          <ac:chgData name="Umesh Bitla" userId="505a3b8286548e55" providerId="Windows Live" clId="Web-{726DC30B-A2B2-CCC5-B89E-7CC0D9C7634E}" dt="2026-01-14T05:19:56.268" v="18"/>
          <ac:graphicFrameMkLst>
            <pc:docMk/>
            <pc:sldMk cId="2585617293" sldId="345"/>
            <ac:graphicFrameMk id="36" creationId="{62EDF5F6-2B98-6315-DD1F-DDD97F6F445E}"/>
          </ac:graphicFrameMkLst>
        </pc:graphicFrameChg>
        <pc:picChg chg="add mod ord">
          <ac:chgData name="Umesh Bitla" userId="505a3b8286548e55" providerId="Windows Live" clId="Web-{726DC30B-A2B2-CCC5-B89E-7CC0D9C7634E}" dt="2026-01-14T07:19:23.359" v="1236"/>
          <ac:picMkLst>
            <pc:docMk/>
            <pc:sldMk cId="2585617293" sldId="345"/>
            <ac:picMk id="23" creationId="{CB09E828-C04D-BFCE-FFC9-37D2CF97660A}"/>
          </ac:picMkLst>
        </pc:picChg>
      </pc:sldChg>
      <pc:sldChg chg="addSp delSp modSp add del mod replId modClrScheme delDesignElem chgLayout">
        <pc:chgData name="Umesh Bitla" userId="505a3b8286548e55" providerId="Windows Live" clId="Web-{726DC30B-A2B2-CCC5-B89E-7CC0D9C7634E}" dt="2026-01-14T07:19:23.359" v="1236"/>
        <pc:sldMkLst>
          <pc:docMk/>
          <pc:sldMk cId="3269116145" sldId="346"/>
        </pc:sldMkLst>
        <pc:spChg chg="mod ord">
          <ac:chgData name="Umesh Bitla" userId="505a3b8286548e55" providerId="Windows Live" clId="Web-{726DC30B-A2B2-CCC5-B89E-7CC0D9C7634E}" dt="2026-01-14T07:19:23.359" v="1236"/>
          <ac:spMkLst>
            <pc:docMk/>
            <pc:sldMk cId="3269116145" sldId="346"/>
            <ac:spMk id="2" creationId="{11ADE5FE-F5B9-3B00-3F99-DD118618B8EF}"/>
          </ac:spMkLst>
        </pc:spChg>
        <pc:spChg chg="add del mod">
          <ac:chgData name="Umesh Bitla" userId="505a3b8286548e55" providerId="Windows Live" clId="Web-{726DC30B-A2B2-CCC5-B89E-7CC0D9C7634E}" dt="2026-01-14T06:51:24.957" v="851"/>
          <ac:spMkLst>
            <pc:docMk/>
            <pc:sldMk cId="3269116145" sldId="346"/>
            <ac:spMk id="4" creationId="{2C7BC3EB-3AF1-012C-C0B7-5D48B18CFD2E}"/>
          </ac:spMkLst>
        </pc:spChg>
        <pc:spChg chg="add del mod">
          <ac:chgData name="Umesh Bitla" userId="505a3b8286548e55" providerId="Windows Live" clId="Web-{726DC30B-A2B2-CCC5-B89E-7CC0D9C7634E}" dt="2026-01-14T05:54:43.514" v="281"/>
          <ac:spMkLst>
            <pc:docMk/>
            <pc:sldMk cId="3269116145" sldId="346"/>
            <ac:spMk id="4" creationId="{F7D8C12B-0A5A-4A8F-D717-D0E66C1B793A}"/>
          </ac:spMkLst>
        </pc:spChg>
        <pc:spChg chg="add del">
          <ac:chgData name="Umesh Bitla" userId="505a3b8286548e55" providerId="Windows Live" clId="Web-{726DC30B-A2B2-CCC5-B89E-7CC0D9C7634E}" dt="2026-01-14T07:19:23.359" v="1236"/>
          <ac:spMkLst>
            <pc:docMk/>
            <pc:sldMk cId="3269116145" sldId="346"/>
            <ac:spMk id="39" creationId="{D7988416-083C-E897-336F-67CD9ABD9232}"/>
          </ac:spMkLst>
        </pc:spChg>
        <pc:spChg chg="add del">
          <ac:chgData name="Umesh Bitla" userId="505a3b8286548e55" providerId="Windows Live" clId="Web-{726DC30B-A2B2-CCC5-B89E-7CC0D9C7634E}" dt="2026-01-14T07:19:23.359" v="1236"/>
          <ac:spMkLst>
            <pc:docMk/>
            <pc:sldMk cId="3269116145" sldId="346"/>
            <ac:spMk id="41" creationId="{A3FC1A2C-87D4-219C-9B8C-62F3D7381211}"/>
          </ac:spMkLst>
        </pc:spChg>
        <pc:spChg chg="add del">
          <ac:chgData name="Umesh Bitla" userId="505a3b8286548e55" providerId="Windows Live" clId="Web-{726DC30B-A2B2-CCC5-B89E-7CC0D9C7634E}" dt="2026-01-14T07:19:23.359" v="1236"/>
          <ac:spMkLst>
            <pc:docMk/>
            <pc:sldMk cId="3269116145" sldId="346"/>
            <ac:spMk id="43" creationId="{31240FF4-9782-16B6-57F3-BEEAFEDCCC58}"/>
          </ac:spMkLst>
        </pc:spChg>
        <pc:spChg chg="add del">
          <ac:chgData name="Umesh Bitla" userId="505a3b8286548e55" providerId="Windows Live" clId="Web-{726DC30B-A2B2-CCC5-B89E-7CC0D9C7634E}" dt="2026-01-14T07:19:23.359" v="1236"/>
          <ac:spMkLst>
            <pc:docMk/>
            <pc:sldMk cId="3269116145" sldId="346"/>
            <ac:spMk id="45" creationId="{F018A4EE-26FD-FE83-8E5A-9F98F3279C67}"/>
          </ac:spMkLst>
        </pc:spChg>
        <pc:spChg chg="add del">
          <ac:chgData name="Umesh Bitla" userId="505a3b8286548e55" providerId="Windows Live" clId="Web-{726DC30B-A2B2-CCC5-B89E-7CC0D9C7634E}" dt="2026-01-14T07:19:23.359" v="1236"/>
          <ac:spMkLst>
            <pc:docMk/>
            <pc:sldMk cId="3269116145" sldId="346"/>
            <ac:spMk id="47" creationId="{6295FD1E-308D-34DC-4704-0CD6180B8AE4}"/>
          </ac:spMkLst>
        </pc:spChg>
        <pc:spChg chg="add del">
          <ac:chgData name="Umesh Bitla" userId="505a3b8286548e55" providerId="Windows Live" clId="Web-{726DC30B-A2B2-CCC5-B89E-7CC0D9C7634E}" dt="2026-01-14T07:19:23.359" v="1236"/>
          <ac:spMkLst>
            <pc:docMk/>
            <pc:sldMk cId="3269116145" sldId="346"/>
            <ac:spMk id="49" creationId="{67CF7E61-FDDE-72CC-DE3C-78B22B9829F3}"/>
          </ac:spMkLst>
        </pc:spChg>
        <pc:graphicFrameChg chg="add mod">
          <ac:chgData name="Umesh Bitla" userId="505a3b8286548e55" providerId="Windows Live" clId="Web-{726DC30B-A2B2-CCC5-B89E-7CC0D9C7634E}" dt="2026-01-14T06:51:51.584" v="858" actId="1076"/>
          <ac:graphicFrameMkLst>
            <pc:docMk/>
            <pc:sldMk cId="3269116145" sldId="346"/>
            <ac:graphicFrameMk id="6" creationId="{FD578555-93B3-3C05-833F-C27B4567D4FB}"/>
          </ac:graphicFrameMkLst>
        </pc:graphicFrameChg>
        <pc:picChg chg="add del mod ord">
          <ac:chgData name="Umesh Bitla" userId="505a3b8286548e55" providerId="Windows Live" clId="Web-{726DC30B-A2B2-CCC5-B89E-7CC0D9C7634E}" dt="2026-01-14T06:51:04.926" v="848"/>
          <ac:picMkLst>
            <pc:docMk/>
            <pc:sldMk cId="3269116145" sldId="346"/>
            <ac:picMk id="5" creationId="{8C8F460D-13EC-EF20-9F15-E2BE6D2218AA}"/>
          </ac:picMkLst>
        </pc:picChg>
        <pc:picChg chg="del">
          <ac:chgData name="Umesh Bitla" userId="505a3b8286548e55" providerId="Windows Live" clId="Web-{726DC30B-A2B2-CCC5-B89E-7CC0D9C7634E}" dt="2026-01-14T05:54:29.592" v="280"/>
          <ac:picMkLst>
            <pc:docMk/>
            <pc:sldMk cId="3269116145" sldId="346"/>
            <ac:picMk id="23" creationId="{42590CC2-3CCD-94D2-97A0-AEEC84B8B45D}"/>
          </ac:picMkLst>
        </pc:picChg>
      </pc:sldChg>
      <pc:sldChg chg="addSp delSp modSp add del mod replId modClrScheme delDesignElem chgLayout">
        <pc:chgData name="Umesh Bitla" userId="505a3b8286548e55" providerId="Windows Live" clId="Web-{726DC30B-A2B2-CCC5-B89E-7CC0D9C7634E}" dt="2026-01-14T07:19:23.359" v="1236"/>
        <pc:sldMkLst>
          <pc:docMk/>
          <pc:sldMk cId="3605683013" sldId="347"/>
        </pc:sldMkLst>
        <pc:spChg chg="mod ord">
          <ac:chgData name="Umesh Bitla" userId="505a3b8286548e55" providerId="Windows Live" clId="Web-{726DC30B-A2B2-CCC5-B89E-7CC0D9C7634E}" dt="2026-01-14T07:19:23.359" v="1236"/>
          <ac:spMkLst>
            <pc:docMk/>
            <pc:sldMk cId="3605683013" sldId="347"/>
            <ac:spMk id="2" creationId="{5BA1B74F-C11B-93CF-C1EE-0BBBB3F8AF3B}"/>
          </ac:spMkLst>
        </pc:spChg>
        <pc:spChg chg="add del mod">
          <ac:chgData name="Umesh Bitla" userId="505a3b8286548e55" providerId="Windows Live" clId="Web-{726DC30B-A2B2-CCC5-B89E-7CC0D9C7634E}" dt="2026-01-14T06:50:16.191" v="840"/>
          <ac:spMkLst>
            <pc:docMk/>
            <pc:sldMk cId="3605683013" sldId="347"/>
            <ac:spMk id="4" creationId="{BC0EFACE-5A05-DF5F-7107-0B85C0FA97DE}"/>
          </ac:spMkLst>
        </pc:spChg>
        <pc:spChg chg="add del mod">
          <ac:chgData name="Umesh Bitla" userId="505a3b8286548e55" providerId="Windows Live" clId="Web-{726DC30B-A2B2-CCC5-B89E-7CC0D9C7634E}" dt="2026-01-14T06:11:11.207" v="500"/>
          <ac:spMkLst>
            <pc:docMk/>
            <pc:sldMk cId="3605683013" sldId="347"/>
            <ac:spMk id="4" creationId="{D10B1C99-AED1-8CBF-B6C4-CC718F65CFCC}"/>
          </ac:spMkLst>
        </pc:spChg>
        <pc:spChg chg="add del">
          <ac:chgData name="Umesh Bitla" userId="505a3b8286548e55" providerId="Windows Live" clId="Web-{726DC30B-A2B2-CCC5-B89E-7CC0D9C7634E}" dt="2026-01-14T07:19:23.359" v="1236"/>
          <ac:spMkLst>
            <pc:docMk/>
            <pc:sldMk cId="3605683013" sldId="347"/>
            <ac:spMk id="39" creationId="{73884EF8-7C41-EB2E-3772-C287F6E52A0B}"/>
          </ac:spMkLst>
        </pc:spChg>
        <pc:spChg chg="add del">
          <ac:chgData name="Umesh Bitla" userId="505a3b8286548e55" providerId="Windows Live" clId="Web-{726DC30B-A2B2-CCC5-B89E-7CC0D9C7634E}" dt="2026-01-14T07:19:23.359" v="1236"/>
          <ac:spMkLst>
            <pc:docMk/>
            <pc:sldMk cId="3605683013" sldId="347"/>
            <ac:spMk id="41" creationId="{AAD6494E-434A-ACCD-D5BC-9FD9BCB32687}"/>
          </ac:spMkLst>
        </pc:spChg>
        <pc:spChg chg="add del">
          <ac:chgData name="Umesh Bitla" userId="505a3b8286548e55" providerId="Windows Live" clId="Web-{726DC30B-A2B2-CCC5-B89E-7CC0D9C7634E}" dt="2026-01-14T07:19:23.359" v="1236"/>
          <ac:spMkLst>
            <pc:docMk/>
            <pc:sldMk cId="3605683013" sldId="347"/>
            <ac:spMk id="43" creationId="{EF65C689-0CC4-FA17-0645-C4EA5F41810D}"/>
          </ac:spMkLst>
        </pc:spChg>
        <pc:spChg chg="add del">
          <ac:chgData name="Umesh Bitla" userId="505a3b8286548e55" providerId="Windows Live" clId="Web-{726DC30B-A2B2-CCC5-B89E-7CC0D9C7634E}" dt="2026-01-14T07:19:23.359" v="1236"/>
          <ac:spMkLst>
            <pc:docMk/>
            <pc:sldMk cId="3605683013" sldId="347"/>
            <ac:spMk id="45" creationId="{40BEAFCB-0788-E1A4-E090-9F5198640E5A}"/>
          </ac:spMkLst>
        </pc:spChg>
        <pc:spChg chg="add del">
          <ac:chgData name="Umesh Bitla" userId="505a3b8286548e55" providerId="Windows Live" clId="Web-{726DC30B-A2B2-CCC5-B89E-7CC0D9C7634E}" dt="2026-01-14T07:19:23.359" v="1236"/>
          <ac:spMkLst>
            <pc:docMk/>
            <pc:sldMk cId="3605683013" sldId="347"/>
            <ac:spMk id="47" creationId="{7620E0AC-5F28-F34E-3789-91A230510FB9}"/>
          </ac:spMkLst>
        </pc:spChg>
        <pc:spChg chg="add del">
          <ac:chgData name="Umesh Bitla" userId="505a3b8286548e55" providerId="Windows Live" clId="Web-{726DC30B-A2B2-CCC5-B89E-7CC0D9C7634E}" dt="2026-01-14T07:19:23.359" v="1236"/>
          <ac:spMkLst>
            <pc:docMk/>
            <pc:sldMk cId="3605683013" sldId="347"/>
            <ac:spMk id="49" creationId="{B3B571B5-46EF-72B4-34E2-C7D4D485FC27}"/>
          </ac:spMkLst>
        </pc:spChg>
        <pc:graphicFrameChg chg="add mod">
          <ac:chgData name="Umesh Bitla" userId="505a3b8286548e55" providerId="Windows Live" clId="Web-{726DC30B-A2B2-CCC5-B89E-7CC0D9C7634E}" dt="2026-01-14T06:50:43.316" v="847" actId="14100"/>
          <ac:graphicFrameMkLst>
            <pc:docMk/>
            <pc:sldMk cId="3605683013" sldId="347"/>
            <ac:graphicFrameMk id="6" creationId="{A194080A-912B-A273-D4DB-BBD09FE3058D}"/>
          </ac:graphicFrameMkLst>
        </pc:graphicFrameChg>
        <pc:picChg chg="add del mod ord">
          <ac:chgData name="Umesh Bitla" userId="505a3b8286548e55" providerId="Windows Live" clId="Web-{726DC30B-A2B2-CCC5-B89E-7CC0D9C7634E}" dt="2026-01-14T06:49:37.269" v="837"/>
          <ac:picMkLst>
            <pc:docMk/>
            <pc:sldMk cId="3605683013" sldId="347"/>
            <ac:picMk id="5" creationId="{9A6AAAD5-0066-1DAF-9B96-6AA45CCACA66}"/>
          </ac:picMkLst>
        </pc:picChg>
        <pc:picChg chg="del">
          <ac:chgData name="Umesh Bitla" userId="505a3b8286548e55" providerId="Windows Live" clId="Web-{726DC30B-A2B2-CCC5-B89E-7CC0D9C7634E}" dt="2026-01-14T06:03:00.774" v="483"/>
          <ac:picMkLst>
            <pc:docMk/>
            <pc:sldMk cId="3605683013" sldId="347"/>
            <ac:picMk id="23" creationId="{8528F316-4A3A-BC6A-C5F9-62BD3C6F19A5}"/>
          </ac:picMkLst>
        </pc:picChg>
      </pc:sldChg>
      <pc:sldChg chg="addSp delSp modSp new mod setBg modClrScheme delDesignElem chgLayout">
        <pc:chgData name="Umesh Bitla" userId="505a3b8286548e55" providerId="Windows Live" clId="Web-{726DC30B-A2B2-CCC5-B89E-7CC0D9C7634E}" dt="2026-01-14T07:19:23.359" v="1236"/>
        <pc:sldMkLst>
          <pc:docMk/>
          <pc:sldMk cId="1412682937" sldId="348"/>
        </pc:sldMkLst>
        <pc:spChg chg="mod ord">
          <ac:chgData name="Umesh Bitla" userId="505a3b8286548e55" providerId="Windows Live" clId="Web-{726DC30B-A2B2-CCC5-B89E-7CC0D9C7634E}" dt="2026-01-14T07:19:23.359" v="1236"/>
          <ac:spMkLst>
            <pc:docMk/>
            <pc:sldMk cId="1412682937" sldId="348"/>
            <ac:spMk id="2" creationId="{F088C6C1-57C8-F194-8073-963EDED2419E}"/>
          </ac:spMkLst>
        </pc:spChg>
        <pc:spChg chg="add del mod">
          <ac:chgData name="Umesh Bitla" userId="505a3b8286548e55" providerId="Windows Live" clId="Web-{726DC30B-A2B2-CCC5-B89E-7CC0D9C7634E}" dt="2026-01-14T06:20:43.276" v="656"/>
          <ac:spMkLst>
            <pc:docMk/>
            <pc:sldMk cId="1412682937" sldId="348"/>
            <ac:spMk id="3" creationId="{023BD8DB-2AC6-6432-D4AC-A51355F52241}"/>
          </ac:spMkLst>
        </pc:spChg>
        <pc:spChg chg="del">
          <ac:chgData name="Umesh Bitla" userId="505a3b8286548e55" providerId="Windows Live" clId="Web-{726DC30B-A2B2-CCC5-B89E-7CC0D9C7634E}" dt="2026-01-14T06:20:29.588" v="653"/>
          <ac:spMkLst>
            <pc:docMk/>
            <pc:sldMk cId="1412682937" sldId="348"/>
            <ac:spMk id="4" creationId="{01E967C9-E81C-35F7-CAC9-68EEDBC734B9}"/>
          </ac:spMkLst>
        </pc:spChg>
        <pc:spChg chg="add del mod">
          <ac:chgData name="Umesh Bitla" userId="505a3b8286548e55" providerId="Windows Live" clId="Web-{726DC30B-A2B2-CCC5-B89E-7CC0D9C7634E}" dt="2026-01-14T06:44:04.919" v="790"/>
          <ac:spMkLst>
            <pc:docMk/>
            <pc:sldMk cId="1412682937" sldId="348"/>
            <ac:spMk id="4" creationId="{85E13CE2-2600-D223-BD22-77D62636586F}"/>
          </ac:spMkLst>
        </pc:spChg>
        <pc:spChg chg="add del mod">
          <ac:chgData name="Umesh Bitla" userId="505a3b8286548e55" providerId="Windows Live" clId="Web-{726DC30B-A2B2-CCC5-B89E-7CC0D9C7634E}" dt="2026-01-14T06:46:08.094" v="797"/>
          <ac:spMkLst>
            <pc:docMk/>
            <pc:sldMk cId="1412682937" sldId="348"/>
            <ac:spMk id="7" creationId="{A978CFA0-0AD9-47D6-669B-6444EEA8ED3F}"/>
          </ac:spMkLst>
        </pc:spChg>
        <pc:spChg chg="add del mod">
          <ac:chgData name="Umesh Bitla" userId="505a3b8286548e55" providerId="Windows Live" clId="Web-{726DC30B-A2B2-CCC5-B89E-7CC0D9C7634E}" dt="2026-01-14T06:35:57.489" v="677"/>
          <ac:spMkLst>
            <pc:docMk/>
            <pc:sldMk cId="1412682937" sldId="348"/>
            <ac:spMk id="8" creationId="{2118EB8D-F09E-1756-C9EA-0F525C6D88B2}"/>
          </ac:spMkLst>
        </pc:spChg>
        <pc:spChg chg="add del mod">
          <ac:chgData name="Umesh Bitla" userId="505a3b8286548e55" providerId="Windows Live" clId="Web-{726DC30B-A2B2-CCC5-B89E-7CC0D9C7634E}" dt="2026-01-14T06:48:42.940" v="832"/>
          <ac:spMkLst>
            <pc:docMk/>
            <pc:sldMk cId="1412682937" sldId="348"/>
            <ac:spMk id="11" creationId="{74F48E9D-C1FE-0AB9-B235-89BD535FEFC8}"/>
          </ac:spMkLst>
        </pc:spChg>
        <pc:spChg chg="add del">
          <ac:chgData name="Umesh Bitla" userId="505a3b8286548e55" providerId="Windows Live" clId="Web-{726DC30B-A2B2-CCC5-B89E-7CC0D9C7634E}" dt="2026-01-14T06:20:43.260" v="655"/>
          <ac:spMkLst>
            <pc:docMk/>
            <pc:sldMk cId="1412682937" sldId="348"/>
            <ac:spMk id="11" creationId="{87EE80CA-B429-727B-A018-4D38727281EF}"/>
          </ac:spMkLst>
        </pc:spChg>
        <pc:spChg chg="add del">
          <ac:chgData name="Umesh Bitla" userId="505a3b8286548e55" providerId="Windows Live" clId="Web-{726DC30B-A2B2-CCC5-B89E-7CC0D9C7634E}" dt="2026-01-14T07:19:23.359" v="1236"/>
          <ac:spMkLst>
            <pc:docMk/>
            <pc:sldMk cId="1412682937" sldId="348"/>
            <ac:spMk id="13" creationId="{685B1578-9B95-463A-91DE-797A98F7E96A}"/>
          </ac:spMkLst>
        </pc:spChg>
        <pc:spChg chg="add del">
          <ac:chgData name="Umesh Bitla" userId="505a3b8286548e55" providerId="Windows Live" clId="Web-{726DC30B-A2B2-CCC5-B89E-7CC0D9C7634E}" dt="2026-01-14T06:20:43.260" v="655"/>
          <ac:spMkLst>
            <pc:docMk/>
            <pc:sldMk cId="1412682937" sldId="348"/>
            <ac:spMk id="14" creationId="{1E94681D-2A4C-4A8D-B9B5-31D440D0328D}"/>
          </ac:spMkLst>
        </pc:spChg>
        <pc:spChg chg="add del">
          <ac:chgData name="Umesh Bitla" userId="505a3b8286548e55" providerId="Windows Live" clId="Web-{726DC30B-A2B2-CCC5-B89E-7CC0D9C7634E}" dt="2026-01-14T07:19:23.359" v="1236"/>
          <ac:spMkLst>
            <pc:docMk/>
            <pc:sldMk cId="1412682937" sldId="348"/>
            <ac:spMk id="15" creationId="{B7753F1F-C532-475B-BE0D-7359EB6F86EF}"/>
          </ac:spMkLst>
        </pc:spChg>
        <pc:spChg chg="add del">
          <ac:chgData name="Umesh Bitla" userId="505a3b8286548e55" providerId="Windows Live" clId="Web-{726DC30B-A2B2-CCC5-B89E-7CC0D9C7634E}" dt="2026-01-14T06:20:43.260" v="655"/>
          <ac:spMkLst>
            <pc:docMk/>
            <pc:sldMk cId="1412682937" sldId="348"/>
            <ac:spMk id="16" creationId="{04B7AC44-1B7B-4F09-9AA4-3DFDEC5751A8}"/>
          </ac:spMkLst>
        </pc:spChg>
        <pc:spChg chg="add del">
          <ac:chgData name="Umesh Bitla" userId="505a3b8286548e55" providerId="Windows Live" clId="Web-{726DC30B-A2B2-CCC5-B89E-7CC0D9C7634E}" dt="2026-01-14T07:19:23.359" v="1236"/>
          <ac:spMkLst>
            <pc:docMk/>
            <pc:sldMk cId="1412682937" sldId="348"/>
            <ac:spMk id="17" creationId="{A2AD6B69-E0A0-476D-9EE1-6B69F04C59F8}"/>
          </ac:spMkLst>
        </pc:spChg>
        <pc:spChg chg="add del">
          <ac:chgData name="Umesh Bitla" userId="505a3b8286548e55" providerId="Windows Live" clId="Web-{726DC30B-A2B2-CCC5-B89E-7CC0D9C7634E}" dt="2026-01-14T06:20:43.260" v="655"/>
          <ac:spMkLst>
            <pc:docMk/>
            <pc:sldMk cId="1412682937" sldId="348"/>
            <ac:spMk id="18" creationId="{6683E473-94FF-4ACE-9433-1F14799E8907}"/>
          </ac:spMkLst>
        </pc:spChg>
        <pc:spChg chg="add del">
          <ac:chgData name="Umesh Bitla" userId="505a3b8286548e55" providerId="Windows Live" clId="Web-{726DC30B-A2B2-CCC5-B89E-7CC0D9C7634E}" dt="2026-01-14T07:19:23.359" v="1236"/>
          <ac:spMkLst>
            <pc:docMk/>
            <pc:sldMk cId="1412682937" sldId="348"/>
            <ac:spMk id="19" creationId="{16BE10A1-AD5F-4AB3-8A94-41D62B494ADB}"/>
          </ac:spMkLst>
        </pc:spChg>
        <pc:spChg chg="add del">
          <ac:chgData name="Umesh Bitla" userId="505a3b8286548e55" providerId="Windows Live" clId="Web-{726DC30B-A2B2-CCC5-B89E-7CC0D9C7634E}" dt="2026-01-14T06:20:43.260" v="655"/>
          <ac:spMkLst>
            <pc:docMk/>
            <pc:sldMk cId="1412682937" sldId="348"/>
            <ac:spMk id="20" creationId="{AEE537B6-098D-494F-9A54-F22CD09775CD}"/>
          </ac:spMkLst>
        </pc:spChg>
        <pc:spChg chg="add del">
          <ac:chgData name="Umesh Bitla" userId="505a3b8286548e55" providerId="Windows Live" clId="Web-{726DC30B-A2B2-CCC5-B89E-7CC0D9C7634E}" dt="2026-01-14T07:19:23.359" v="1236"/>
          <ac:spMkLst>
            <pc:docMk/>
            <pc:sldMk cId="1412682937" sldId="348"/>
            <ac:spMk id="21" creationId="{5684BFFE-6A90-4311-ACD5-B34177D46462}"/>
          </ac:spMkLst>
        </pc:spChg>
        <pc:spChg chg="add del">
          <ac:chgData name="Umesh Bitla" userId="505a3b8286548e55" providerId="Windows Live" clId="Web-{726DC30B-A2B2-CCC5-B89E-7CC0D9C7634E}" dt="2026-01-14T06:20:43.260" v="655"/>
          <ac:spMkLst>
            <pc:docMk/>
            <pc:sldMk cId="1412682937" sldId="348"/>
            <ac:spMk id="22" creationId="{07328FD4-8F4F-45D0-B179-C09F34FF8E4F}"/>
          </ac:spMkLst>
        </pc:spChg>
        <pc:spChg chg="add del">
          <ac:chgData name="Umesh Bitla" userId="505a3b8286548e55" providerId="Windows Live" clId="Web-{726DC30B-A2B2-CCC5-B89E-7CC0D9C7634E}" dt="2026-01-14T06:20:43.260" v="655"/>
          <ac:spMkLst>
            <pc:docMk/>
            <pc:sldMk cId="1412682937" sldId="348"/>
            <ac:spMk id="24" creationId="{4D22A8B8-E29F-4EB2-95D4-3C24EF234786}"/>
          </ac:spMkLst>
        </pc:spChg>
        <pc:spChg chg="add del">
          <ac:chgData name="Umesh Bitla" userId="505a3b8286548e55" providerId="Windows Live" clId="Web-{726DC30B-A2B2-CCC5-B89E-7CC0D9C7634E}" dt="2026-01-14T06:20:43.260" v="655"/>
          <ac:spMkLst>
            <pc:docMk/>
            <pc:sldMk cId="1412682937" sldId="348"/>
            <ac:spMk id="26" creationId="{451EF9F5-BAA7-45A5-BD84-F3184FCED115}"/>
          </ac:spMkLst>
        </pc:spChg>
        <pc:spChg chg="add del">
          <ac:chgData name="Umesh Bitla" userId="505a3b8286548e55" providerId="Windows Live" clId="Web-{726DC30B-A2B2-CCC5-B89E-7CC0D9C7634E}" dt="2026-01-14T07:19:23.359" v="1236"/>
          <ac:spMkLst>
            <pc:docMk/>
            <pc:sldMk cId="1412682937" sldId="348"/>
            <ac:spMk id="28" creationId="{1E94681D-2A4C-4A8D-B9B5-31D440D0328D}"/>
          </ac:spMkLst>
        </pc:spChg>
        <pc:graphicFrameChg chg="add del mod ord modGraphic">
          <ac:chgData name="Umesh Bitla" userId="505a3b8286548e55" providerId="Windows Live" clId="Web-{726DC30B-A2B2-CCC5-B89E-7CC0D9C7634E}" dt="2026-01-14T06:20:43.276" v="656"/>
          <ac:graphicFrameMkLst>
            <pc:docMk/>
            <pc:sldMk cId="1412682937" sldId="348"/>
            <ac:graphicFrameMk id="6" creationId="{C8190B08-94C8-B332-ECF9-21C311ABAA6C}"/>
          </ac:graphicFrameMkLst>
        </pc:graphicFrameChg>
        <pc:graphicFrameChg chg="add mod">
          <ac:chgData name="Umesh Bitla" userId="505a3b8286548e55" providerId="Windows Live" clId="Web-{726DC30B-A2B2-CCC5-B89E-7CC0D9C7634E}" dt="2026-01-14T06:48:59.471" v="836" actId="1076"/>
          <ac:graphicFrameMkLst>
            <pc:docMk/>
            <pc:sldMk cId="1412682937" sldId="348"/>
            <ac:graphicFrameMk id="12" creationId="{CE0916C8-1AFC-2AE3-5975-E6A94326A7CA}"/>
          </ac:graphicFrameMkLst>
        </pc:graphicFrameChg>
        <pc:graphicFrameChg chg="add del mod modGraphic">
          <ac:chgData name="Umesh Bitla" userId="505a3b8286548e55" providerId="Windows Live" clId="Web-{726DC30B-A2B2-CCC5-B89E-7CC0D9C7634E}" dt="2026-01-14T06:35:40.066" v="676"/>
          <ac:graphicFrameMkLst>
            <pc:docMk/>
            <pc:sldMk cId="1412682937" sldId="348"/>
            <ac:graphicFrameMk id="29" creationId="{C8190B08-94C8-B332-ECF9-21C311ABAA6C}"/>
          </ac:graphicFrameMkLst>
        </pc:graphicFrameChg>
        <pc:picChg chg="add del mod ord">
          <ac:chgData name="Umesh Bitla" userId="505a3b8286548e55" providerId="Windows Live" clId="Web-{726DC30B-A2B2-CCC5-B89E-7CC0D9C7634E}" dt="2026-01-14T06:45:58.094" v="796"/>
          <ac:picMkLst>
            <pc:docMk/>
            <pc:sldMk cId="1412682937" sldId="348"/>
            <ac:picMk id="5" creationId="{962C7B7F-B1E4-F08B-D9DA-F2A76CD74936}"/>
          </ac:picMkLst>
        </pc:picChg>
        <pc:picChg chg="add del mod ord">
          <ac:chgData name="Umesh Bitla" userId="505a3b8286548e55" providerId="Windows Live" clId="Web-{726DC30B-A2B2-CCC5-B89E-7CC0D9C7634E}" dt="2026-01-14T06:48:23.752" v="829"/>
          <ac:picMkLst>
            <pc:docMk/>
            <pc:sldMk cId="1412682937" sldId="348"/>
            <ac:picMk id="8" creationId="{4E4D283B-000D-A2AD-1D49-21B2A7CDD7DA}"/>
          </ac:picMkLst>
        </pc:picChg>
        <pc:picChg chg="add del mod ord">
          <ac:chgData name="Umesh Bitla" userId="505a3b8286548e55" providerId="Windows Live" clId="Web-{726DC30B-A2B2-CCC5-B89E-7CC0D9C7634E}" dt="2026-01-14T06:43:51.825" v="789"/>
          <ac:picMkLst>
            <pc:docMk/>
            <pc:sldMk cId="1412682937" sldId="348"/>
            <ac:picMk id="10" creationId="{EB4A5A3B-464A-0F94-6048-DE3C90E32E23}"/>
          </ac:picMkLst>
        </pc:picChg>
      </pc:sldChg>
      <pc:sldChg chg="addSp delSp modSp new mod setBg modClrScheme delDesignElem chgLayout">
        <pc:chgData name="Umesh Bitla" userId="505a3b8286548e55" providerId="Windows Live" clId="Web-{726DC30B-A2B2-CCC5-B89E-7CC0D9C7634E}" dt="2026-01-14T07:19:23.359" v="1236"/>
        <pc:sldMkLst>
          <pc:docMk/>
          <pc:sldMk cId="4241104040" sldId="349"/>
        </pc:sldMkLst>
        <pc:spChg chg="mod ord">
          <ac:chgData name="Umesh Bitla" userId="505a3b8286548e55" providerId="Windows Live" clId="Web-{726DC30B-A2B2-CCC5-B89E-7CC0D9C7634E}" dt="2026-01-14T07:19:23.359" v="1236"/>
          <ac:spMkLst>
            <pc:docMk/>
            <pc:sldMk cId="4241104040" sldId="349"/>
            <ac:spMk id="2" creationId="{66AF6F03-5A07-8C13-4301-35EB319C1A83}"/>
          </ac:spMkLst>
        </pc:spChg>
        <pc:spChg chg="add del">
          <ac:chgData name="Umesh Bitla" userId="505a3b8286548e55" providerId="Windows Live" clId="Web-{726DC30B-A2B2-CCC5-B89E-7CC0D9C7634E}" dt="2026-01-14T06:56:18.230" v="888"/>
          <ac:spMkLst>
            <pc:docMk/>
            <pc:sldMk cId="4241104040" sldId="349"/>
            <ac:spMk id="3" creationId="{E1D786F3-11EA-78B1-EE3D-D82DEB8E0E3B}"/>
          </ac:spMkLst>
        </pc:spChg>
        <pc:spChg chg="mod ord">
          <ac:chgData name="Umesh Bitla" userId="505a3b8286548e55" providerId="Windows Live" clId="Web-{726DC30B-A2B2-CCC5-B89E-7CC0D9C7634E}" dt="2026-01-14T07:19:23.359" v="1236"/>
          <ac:spMkLst>
            <pc:docMk/>
            <pc:sldMk cId="4241104040" sldId="349"/>
            <ac:spMk id="4" creationId="{DE146FA3-031F-4E3B-D2E7-EB7CC6B17271}"/>
          </ac:spMkLst>
        </pc:spChg>
        <pc:spChg chg="add del">
          <ac:chgData name="Umesh Bitla" userId="505a3b8286548e55" providerId="Windows Live" clId="Web-{726DC30B-A2B2-CCC5-B89E-7CC0D9C7634E}" dt="2026-01-14T06:56:18.199" v="887"/>
          <ac:spMkLst>
            <pc:docMk/>
            <pc:sldMk cId="4241104040" sldId="349"/>
            <ac:spMk id="9" creationId="{1E94681D-2A4C-4A8D-B9B5-31D440D0328D}"/>
          </ac:spMkLst>
        </pc:spChg>
        <pc:spChg chg="add del">
          <ac:chgData name="Umesh Bitla" userId="505a3b8286548e55" providerId="Windows Live" clId="Web-{726DC30B-A2B2-CCC5-B89E-7CC0D9C7634E}" dt="2026-01-14T06:56:18.199" v="887"/>
          <ac:spMkLst>
            <pc:docMk/>
            <pc:sldMk cId="4241104040" sldId="349"/>
            <ac:spMk id="11" creationId="{88DE9B99-ADEF-4DA4-A716-52D0A8BE5332}"/>
          </ac:spMkLst>
        </pc:spChg>
        <pc:spChg chg="add del">
          <ac:chgData name="Umesh Bitla" userId="505a3b8286548e55" providerId="Windows Live" clId="Web-{726DC30B-A2B2-CCC5-B89E-7CC0D9C7634E}" dt="2026-01-14T06:56:18.199" v="887"/>
          <ac:spMkLst>
            <pc:docMk/>
            <pc:sldMk cId="4241104040" sldId="349"/>
            <ac:spMk id="13" creationId="{6E20860D-8992-496E-BC22-8450E344BED6}"/>
          </ac:spMkLst>
        </pc:spChg>
        <pc:spChg chg="add del">
          <ac:chgData name="Umesh Bitla" userId="505a3b8286548e55" providerId="Windows Live" clId="Web-{726DC30B-A2B2-CCC5-B89E-7CC0D9C7634E}" dt="2026-01-14T06:56:18.199" v="887"/>
          <ac:spMkLst>
            <pc:docMk/>
            <pc:sldMk cId="4241104040" sldId="349"/>
            <ac:spMk id="15" creationId="{54737801-B9D6-4A08-BD77-23010A80227A}"/>
          </ac:spMkLst>
        </pc:spChg>
        <pc:spChg chg="add del">
          <ac:chgData name="Umesh Bitla" userId="505a3b8286548e55" providerId="Windows Live" clId="Web-{726DC30B-A2B2-CCC5-B89E-7CC0D9C7634E}" dt="2026-01-14T06:56:18.199" v="887"/>
          <ac:spMkLst>
            <pc:docMk/>
            <pc:sldMk cId="4241104040" sldId="349"/>
            <ac:spMk id="17" creationId="{25FABD39-C757-461E-A681-DC273648402D}"/>
          </ac:spMkLst>
        </pc:spChg>
        <pc:spChg chg="add del">
          <ac:chgData name="Umesh Bitla" userId="505a3b8286548e55" providerId="Windows Live" clId="Web-{726DC30B-A2B2-CCC5-B89E-7CC0D9C7634E}" dt="2026-01-14T06:56:18.199" v="887"/>
          <ac:spMkLst>
            <pc:docMk/>
            <pc:sldMk cId="4241104040" sldId="349"/>
            <ac:spMk id="19" creationId="{2DF424F5-8D5C-46C0-A1B0-AF34E0350CD5}"/>
          </ac:spMkLst>
        </pc:spChg>
        <pc:spChg chg="add del">
          <ac:chgData name="Umesh Bitla" userId="505a3b8286548e55" providerId="Windows Live" clId="Web-{726DC30B-A2B2-CCC5-B89E-7CC0D9C7634E}" dt="2026-01-14T07:19:23.359" v="1236"/>
          <ac:spMkLst>
            <pc:docMk/>
            <pc:sldMk cId="4241104040" sldId="349"/>
            <ac:spMk id="21" creationId="{1E94681D-2A4C-4A8D-B9B5-31D440D0328D}"/>
          </ac:spMkLst>
        </pc:spChg>
        <pc:spChg chg="add del">
          <ac:chgData name="Umesh Bitla" userId="505a3b8286548e55" providerId="Windows Live" clId="Web-{726DC30B-A2B2-CCC5-B89E-7CC0D9C7634E}" dt="2026-01-14T07:19:23.359" v="1236"/>
          <ac:spMkLst>
            <pc:docMk/>
            <pc:sldMk cId="4241104040" sldId="349"/>
            <ac:spMk id="22" creationId="{88DE9B99-ADEF-4DA4-A716-52D0A8BE5332}"/>
          </ac:spMkLst>
        </pc:spChg>
        <pc:spChg chg="add del">
          <ac:chgData name="Umesh Bitla" userId="505a3b8286548e55" providerId="Windows Live" clId="Web-{726DC30B-A2B2-CCC5-B89E-7CC0D9C7634E}" dt="2026-01-14T07:19:23.359" v="1236"/>
          <ac:spMkLst>
            <pc:docMk/>
            <pc:sldMk cId="4241104040" sldId="349"/>
            <ac:spMk id="23" creationId="{6E20860D-8992-496E-BC22-8450E344BED6}"/>
          </ac:spMkLst>
        </pc:spChg>
        <pc:spChg chg="add del">
          <ac:chgData name="Umesh Bitla" userId="505a3b8286548e55" providerId="Windows Live" clId="Web-{726DC30B-A2B2-CCC5-B89E-7CC0D9C7634E}" dt="2026-01-14T07:19:23.359" v="1236"/>
          <ac:spMkLst>
            <pc:docMk/>
            <pc:sldMk cId="4241104040" sldId="349"/>
            <ac:spMk id="24" creationId="{A009E310-C7C2-4F23-B466-4417C8ED3B99}"/>
          </ac:spMkLst>
        </pc:spChg>
        <pc:spChg chg="add del">
          <ac:chgData name="Umesh Bitla" userId="505a3b8286548e55" providerId="Windows Live" clId="Web-{726DC30B-A2B2-CCC5-B89E-7CC0D9C7634E}" dt="2026-01-14T07:19:23.359" v="1236"/>
          <ac:spMkLst>
            <pc:docMk/>
            <pc:sldMk cId="4241104040" sldId="349"/>
            <ac:spMk id="25" creationId="{A4C31FF5-F97E-4082-BFC5-A880DB9F3F00}"/>
          </ac:spMkLst>
        </pc:spChg>
        <pc:spChg chg="add del">
          <ac:chgData name="Umesh Bitla" userId="505a3b8286548e55" providerId="Windows Live" clId="Web-{726DC30B-A2B2-CCC5-B89E-7CC0D9C7634E}" dt="2026-01-14T07:19:23.359" v="1236"/>
          <ac:spMkLst>
            <pc:docMk/>
            <pc:sldMk cId="4241104040" sldId="349"/>
            <ac:spMk id="26" creationId="{6015B4CE-42DE-4E9B-B800-B5B8142E6FCB}"/>
          </ac:spMkLst>
        </pc:spChg>
        <pc:graphicFrameChg chg="add del">
          <ac:chgData name="Umesh Bitla" userId="505a3b8286548e55" providerId="Windows Live" clId="Web-{726DC30B-A2B2-CCC5-B89E-7CC0D9C7634E}" dt="2026-01-14T06:56:32.074" v="890"/>
          <ac:graphicFrameMkLst>
            <pc:docMk/>
            <pc:sldMk cId="4241104040" sldId="349"/>
            <ac:graphicFrameMk id="5" creationId="{A8174E07-8A1A-3157-E25F-72DA5178C57E}"/>
          </ac:graphicFrameMkLst>
        </pc:graphicFrameChg>
      </pc:sldChg>
      <pc:sldChg chg="delSp modSp new mod modClrScheme chgLayout">
        <pc:chgData name="Umesh Bitla" userId="505a3b8286548e55" providerId="Windows Live" clId="Web-{726DC30B-A2B2-CCC5-B89E-7CC0D9C7634E}" dt="2026-01-14T07:20:18.095" v="1256" actId="20577"/>
        <pc:sldMkLst>
          <pc:docMk/>
          <pc:sldMk cId="544421314" sldId="350"/>
        </pc:sldMkLst>
        <pc:spChg chg="mod ord">
          <ac:chgData name="Umesh Bitla" userId="505a3b8286548e55" providerId="Windows Live" clId="Web-{726DC30B-A2B2-CCC5-B89E-7CC0D9C7634E}" dt="2026-01-14T07:19:23.359" v="1236"/>
          <ac:spMkLst>
            <pc:docMk/>
            <pc:sldMk cId="544421314" sldId="350"/>
            <ac:spMk id="2" creationId="{3BD05AA1-F0A9-E2E0-47D9-E3B4CB9DB15B}"/>
          </ac:spMkLst>
        </pc:spChg>
        <pc:spChg chg="del">
          <ac:chgData name="Umesh Bitla" userId="505a3b8286548e55" providerId="Windows Live" clId="Web-{726DC30B-A2B2-CCC5-B89E-7CC0D9C7634E}" dt="2026-01-14T07:16:20.917" v="1206"/>
          <ac:spMkLst>
            <pc:docMk/>
            <pc:sldMk cId="544421314" sldId="350"/>
            <ac:spMk id="3" creationId="{E248E3EE-EDBD-2C8F-D1D7-74F3E3CDA669}"/>
          </ac:spMkLst>
        </pc:spChg>
        <pc:spChg chg="mod ord">
          <ac:chgData name="Umesh Bitla" userId="505a3b8286548e55" providerId="Windows Live" clId="Web-{726DC30B-A2B2-CCC5-B89E-7CC0D9C7634E}" dt="2026-01-14T07:20:18.095" v="1256" actId="20577"/>
          <ac:spMkLst>
            <pc:docMk/>
            <pc:sldMk cId="544421314" sldId="350"/>
            <ac:spMk id="4" creationId="{09C4133F-A2BA-FAB9-2B1C-43454DF496B6}"/>
          </ac:spMkLst>
        </pc:spChg>
      </pc:sldChg>
      <pc:sldChg chg="addSp delSp modSp new mod setBg modClrScheme setClrOvrMap chgLayout">
        <pc:chgData name="Umesh Bitla" userId="505a3b8286548e55" providerId="Windows Live" clId="Web-{726DC30B-A2B2-CCC5-B89E-7CC0D9C7634E}" dt="2026-01-14T07:29:24.337" v="1415" actId="20577"/>
        <pc:sldMkLst>
          <pc:docMk/>
          <pc:sldMk cId="1596141024" sldId="351"/>
        </pc:sldMkLst>
        <pc:spChg chg="mod ord">
          <ac:chgData name="Umesh Bitla" userId="505a3b8286548e55" providerId="Windows Live" clId="Web-{726DC30B-A2B2-CCC5-B89E-7CC0D9C7634E}" dt="2026-01-14T07:28:55.647" v="1410" actId="20577"/>
          <ac:spMkLst>
            <pc:docMk/>
            <pc:sldMk cId="1596141024" sldId="351"/>
            <ac:spMk id="2" creationId="{8CD345C6-EFB4-3A7B-3300-58A3D05442A7}"/>
          </ac:spMkLst>
        </pc:spChg>
        <pc:spChg chg="mod ord">
          <ac:chgData name="Umesh Bitla" userId="505a3b8286548e55" providerId="Windows Live" clId="Web-{726DC30B-A2B2-CCC5-B89E-7CC0D9C7634E}" dt="2026-01-14T07:29:24.337" v="1415" actId="20577"/>
          <ac:spMkLst>
            <pc:docMk/>
            <pc:sldMk cId="1596141024" sldId="351"/>
            <ac:spMk id="3" creationId="{0C03F144-5B82-BBB2-4CF8-EC36327E5269}"/>
          </ac:spMkLst>
        </pc:spChg>
        <pc:spChg chg="del">
          <ac:chgData name="Umesh Bitla" userId="505a3b8286548e55" providerId="Windows Live" clId="Web-{726DC30B-A2B2-CCC5-B89E-7CC0D9C7634E}" dt="2026-01-14T07:28:13.254" v="1405"/>
          <ac:spMkLst>
            <pc:docMk/>
            <pc:sldMk cId="1596141024" sldId="351"/>
            <ac:spMk id="4" creationId="{60386842-604E-434D-C644-634FBA3982D7}"/>
          </ac:spMkLst>
        </pc:spChg>
        <pc:spChg chg="del">
          <ac:chgData name="Umesh Bitla" userId="505a3b8286548e55" providerId="Windows Live" clId="Web-{726DC30B-A2B2-CCC5-B89E-7CC0D9C7634E}" dt="2026-01-14T07:28:13.254" v="1405"/>
          <ac:spMkLst>
            <pc:docMk/>
            <pc:sldMk cId="1596141024" sldId="351"/>
            <ac:spMk id="5" creationId="{2A0567C4-1161-7B6A-8F74-3C2139AB4DC8}"/>
          </ac:spMkLst>
        </pc:spChg>
        <pc:spChg chg="add del">
          <ac:chgData name="Umesh Bitla" userId="505a3b8286548e55" providerId="Windows Live" clId="Web-{726DC30B-A2B2-CCC5-B89E-7CC0D9C7634E}" dt="2026-01-14T07:28:24.614" v="1407"/>
          <ac:spMkLst>
            <pc:docMk/>
            <pc:sldMk cId="1596141024" sldId="351"/>
            <ac:spMk id="8" creationId="{7203729A-66E4-4139-B3DB-CECEF6DA523A}"/>
          </ac:spMkLst>
        </pc:spChg>
        <pc:spChg chg="add del">
          <ac:chgData name="Umesh Bitla" userId="505a3b8286548e55" providerId="Windows Live" clId="Web-{726DC30B-A2B2-CCC5-B89E-7CC0D9C7634E}" dt="2026-01-14T07:28:24.614" v="1407"/>
          <ac:spMkLst>
            <pc:docMk/>
            <pc:sldMk cId="1596141024" sldId="351"/>
            <ac:spMk id="10" creationId="{448B0185-BF60-40FC-A3B6-BF883AD4E79A}"/>
          </ac:spMkLst>
        </pc:spChg>
        <pc:spChg chg="add del">
          <ac:chgData name="Umesh Bitla" userId="505a3b8286548e55" providerId="Windows Live" clId="Web-{726DC30B-A2B2-CCC5-B89E-7CC0D9C7634E}" dt="2026-01-14T07:28:24.614" v="1407"/>
          <ac:spMkLst>
            <pc:docMk/>
            <pc:sldMk cId="1596141024" sldId="351"/>
            <ac:spMk id="12" creationId="{75FF99E5-A26E-4AC8-AA09-A9F829E3AEAC}"/>
          </ac:spMkLst>
        </pc:spChg>
        <pc:spChg chg="add">
          <ac:chgData name="Umesh Bitla" userId="505a3b8286548e55" providerId="Windows Live" clId="Web-{726DC30B-A2B2-CCC5-B89E-7CC0D9C7634E}" dt="2026-01-14T07:28:24.630" v="1408"/>
          <ac:spMkLst>
            <pc:docMk/>
            <pc:sldMk cId="1596141024" sldId="351"/>
            <ac:spMk id="16" creationId="{ED15573D-0E45-4691-B525-471152EC18CD}"/>
          </ac:spMkLst>
        </pc:spChg>
        <pc:spChg chg="add">
          <ac:chgData name="Umesh Bitla" userId="505a3b8286548e55" providerId="Windows Live" clId="Web-{726DC30B-A2B2-CCC5-B89E-7CC0D9C7634E}" dt="2026-01-14T07:28:24.630" v="1408"/>
          <ac:spMkLst>
            <pc:docMk/>
            <pc:sldMk cId="1596141024" sldId="351"/>
            <ac:spMk id="17" creationId="{9E448559-19A4-4252-8C27-54C1DA906F8A}"/>
          </ac:spMkLst>
        </pc:spChg>
        <pc:spChg chg="add">
          <ac:chgData name="Umesh Bitla" userId="505a3b8286548e55" providerId="Windows Live" clId="Web-{726DC30B-A2B2-CCC5-B89E-7CC0D9C7634E}" dt="2026-01-14T07:28:24.630" v="1408"/>
          <ac:spMkLst>
            <pc:docMk/>
            <pc:sldMk cId="1596141024" sldId="351"/>
            <ac:spMk id="18" creationId="{1B19C35E-4E30-4F1D-9FC2-F2FA6191E453}"/>
          </ac:spMkLst>
        </pc:spChg>
        <pc:cxnChg chg="add del">
          <ac:chgData name="Umesh Bitla" userId="505a3b8286548e55" providerId="Windows Live" clId="Web-{726DC30B-A2B2-CCC5-B89E-7CC0D9C7634E}" dt="2026-01-14T07:28:24.614" v="1407"/>
          <ac:cxnSpMkLst>
            <pc:docMk/>
            <pc:sldMk cId="1596141024" sldId="351"/>
            <ac:cxnSpMk id="14" creationId="{8A5AEE14-4971-4A17-9134-2678A90F29F5}"/>
          </ac:cxnSpMkLst>
        </pc:cxnChg>
      </pc:sldChg>
      <pc:sldChg chg="new del">
        <pc:chgData name="Umesh Bitla" userId="505a3b8286548e55" providerId="Windows Live" clId="Web-{726DC30B-A2B2-CCC5-B89E-7CC0D9C7634E}" dt="2026-01-14T07:27:54.487" v="1404"/>
        <pc:sldMkLst>
          <pc:docMk/>
          <pc:sldMk cId="2641821591" sldId="352"/>
        </pc:sldMkLst>
      </pc:sldChg>
      <pc:sldMasterChg chg="add del addSldLayout delSldLayout">
        <pc:chgData name="Umesh Bitla" userId="505a3b8286548e55" providerId="Windows Live" clId="Web-{726DC30B-A2B2-CCC5-B89E-7CC0D9C7634E}" dt="2026-01-14T07:19:23.359" v="1236"/>
        <pc:sldMasterMkLst>
          <pc:docMk/>
          <pc:sldMasterMk cId="3441091781" sldId="2147483658"/>
        </pc:sldMasterMkLst>
        <pc:sldLayoutChg chg="add del">
          <pc:chgData name="Umesh Bitla" userId="505a3b8286548e55" providerId="Windows Live" clId="Web-{726DC30B-A2B2-CCC5-B89E-7CC0D9C7634E}" dt="2026-01-14T07:19:23.359" v="1236"/>
          <pc:sldLayoutMkLst>
            <pc:docMk/>
            <pc:sldMasterMk cId="3441091781" sldId="2147483658"/>
            <pc:sldLayoutMk cId="1593465311" sldId="2147483659"/>
          </pc:sldLayoutMkLst>
        </pc:sldLayoutChg>
        <pc:sldLayoutChg chg="add del">
          <pc:chgData name="Umesh Bitla" userId="505a3b8286548e55" providerId="Windows Live" clId="Web-{726DC30B-A2B2-CCC5-B89E-7CC0D9C7634E}" dt="2026-01-14T07:19:23.359" v="1236"/>
          <pc:sldLayoutMkLst>
            <pc:docMk/>
            <pc:sldMasterMk cId="3441091781" sldId="2147483658"/>
            <pc:sldLayoutMk cId="1574202392" sldId="2147483660"/>
          </pc:sldLayoutMkLst>
        </pc:sldLayoutChg>
        <pc:sldLayoutChg chg="add del">
          <pc:chgData name="Umesh Bitla" userId="505a3b8286548e55" providerId="Windows Live" clId="Web-{726DC30B-A2B2-CCC5-B89E-7CC0D9C7634E}" dt="2026-01-14T07:19:23.359" v="1236"/>
          <pc:sldLayoutMkLst>
            <pc:docMk/>
            <pc:sldMasterMk cId="3441091781" sldId="2147483658"/>
            <pc:sldLayoutMk cId="2698904405" sldId="2147483662"/>
          </pc:sldLayoutMkLst>
        </pc:sldLayoutChg>
        <pc:sldLayoutChg chg="add del">
          <pc:chgData name="Umesh Bitla" userId="505a3b8286548e55" providerId="Windows Live" clId="Web-{726DC30B-A2B2-CCC5-B89E-7CC0D9C7634E}" dt="2026-01-14T07:19:23.359" v="1236"/>
          <pc:sldLayoutMkLst>
            <pc:docMk/>
            <pc:sldMasterMk cId="3441091781" sldId="2147483658"/>
            <pc:sldLayoutMk cId="3405649214" sldId="2147483663"/>
          </pc:sldLayoutMkLst>
        </pc:sldLayoutChg>
        <pc:sldLayoutChg chg="add del">
          <pc:chgData name="Umesh Bitla" userId="505a3b8286548e55" providerId="Windows Live" clId="Web-{726DC30B-A2B2-CCC5-B89E-7CC0D9C7634E}" dt="2026-01-14T07:19:23.359" v="1236"/>
          <pc:sldLayoutMkLst>
            <pc:docMk/>
            <pc:sldMasterMk cId="3441091781" sldId="2147483658"/>
            <pc:sldLayoutMk cId="1838437629" sldId="2147483664"/>
          </pc:sldLayoutMkLst>
        </pc:sldLayoutChg>
        <pc:sldLayoutChg chg="add del">
          <pc:chgData name="Umesh Bitla" userId="505a3b8286548e55" providerId="Windows Live" clId="Web-{726DC30B-A2B2-CCC5-B89E-7CC0D9C7634E}" dt="2026-01-14T07:19:23.359" v="1236"/>
          <pc:sldLayoutMkLst>
            <pc:docMk/>
            <pc:sldMasterMk cId="3441091781" sldId="2147483658"/>
            <pc:sldLayoutMk cId="1692177747" sldId="2147483665"/>
          </pc:sldLayoutMkLst>
        </pc:sldLayoutChg>
        <pc:sldLayoutChg chg="add del">
          <pc:chgData name="Umesh Bitla" userId="505a3b8286548e55" providerId="Windows Live" clId="Web-{726DC30B-A2B2-CCC5-B89E-7CC0D9C7634E}" dt="2026-01-14T07:19:23.359" v="1236"/>
          <pc:sldLayoutMkLst>
            <pc:docMk/>
            <pc:sldMasterMk cId="3441091781" sldId="2147483658"/>
            <pc:sldLayoutMk cId="3641894061" sldId="2147483666"/>
          </pc:sldLayoutMkLst>
        </pc:sldLayoutChg>
        <pc:sldLayoutChg chg="add del">
          <pc:chgData name="Umesh Bitla" userId="505a3b8286548e55" providerId="Windows Live" clId="Web-{726DC30B-A2B2-CCC5-B89E-7CC0D9C7634E}" dt="2026-01-14T07:19:23.359" v="1236"/>
          <pc:sldLayoutMkLst>
            <pc:docMk/>
            <pc:sldMasterMk cId="3441091781" sldId="2147483658"/>
            <pc:sldLayoutMk cId="1163324394" sldId="2147483667"/>
          </pc:sldLayoutMkLst>
        </pc:sldLayoutChg>
        <pc:sldLayoutChg chg="add del">
          <pc:chgData name="Umesh Bitla" userId="505a3b8286548e55" providerId="Windows Live" clId="Web-{726DC30B-A2B2-CCC5-B89E-7CC0D9C7634E}" dt="2026-01-14T07:19:23.359" v="1236"/>
          <pc:sldLayoutMkLst>
            <pc:docMk/>
            <pc:sldMasterMk cId="3441091781" sldId="2147483658"/>
            <pc:sldLayoutMk cId="3472762635" sldId="2147483670"/>
          </pc:sldLayoutMkLst>
        </pc:sldLayoutChg>
        <pc:sldLayoutChg chg="add del">
          <pc:chgData name="Umesh Bitla" userId="505a3b8286548e55" providerId="Windows Live" clId="Web-{726DC30B-A2B2-CCC5-B89E-7CC0D9C7634E}" dt="2026-01-14T07:19:23.359" v="1236"/>
          <pc:sldLayoutMkLst>
            <pc:docMk/>
            <pc:sldMasterMk cId="3441091781" sldId="2147483658"/>
            <pc:sldLayoutMk cId="676324824" sldId="2147483671"/>
          </pc:sldLayoutMkLst>
        </pc:sldLayoutChg>
        <pc:sldLayoutChg chg="add del">
          <pc:chgData name="Umesh Bitla" userId="505a3b8286548e55" providerId="Windows Live" clId="Web-{726DC30B-A2B2-CCC5-B89E-7CC0D9C7634E}" dt="2026-01-14T07:19:23.359" v="1236"/>
          <pc:sldLayoutMkLst>
            <pc:docMk/>
            <pc:sldMasterMk cId="3441091781" sldId="2147483658"/>
            <pc:sldLayoutMk cId="1771211386" sldId="2147483672"/>
          </pc:sldLayoutMkLst>
        </pc:sldLayoutChg>
        <pc:sldLayoutChg chg="add del">
          <pc:chgData name="Umesh Bitla" userId="505a3b8286548e55" providerId="Windows Live" clId="Web-{726DC30B-A2B2-CCC5-B89E-7CC0D9C7634E}" dt="2026-01-14T07:19:23.359" v="1236"/>
          <pc:sldLayoutMkLst>
            <pc:docMk/>
            <pc:sldMasterMk cId="3441091781" sldId="2147483658"/>
            <pc:sldLayoutMk cId="264654244" sldId="2147483673"/>
          </pc:sldLayoutMkLst>
        </pc:sldLayoutChg>
        <pc:sldLayoutChg chg="add del">
          <pc:chgData name="Umesh Bitla" userId="505a3b8286548e55" providerId="Windows Live" clId="Web-{726DC30B-A2B2-CCC5-B89E-7CC0D9C7634E}" dt="2026-01-14T07:19:23.359" v="1236"/>
          <pc:sldLayoutMkLst>
            <pc:docMk/>
            <pc:sldMasterMk cId="3441091781" sldId="2147483658"/>
            <pc:sldLayoutMk cId="161261181" sldId="2147483675"/>
          </pc:sldLayoutMkLst>
        </pc:sldLayoutChg>
        <pc:sldLayoutChg chg="add del">
          <pc:chgData name="Umesh Bitla" userId="505a3b8286548e55" providerId="Windows Live" clId="Web-{726DC30B-A2B2-CCC5-B89E-7CC0D9C7634E}" dt="2026-01-14T07:19:23.359" v="1236"/>
          <pc:sldLayoutMkLst>
            <pc:docMk/>
            <pc:sldMasterMk cId="3441091781" sldId="2147483658"/>
            <pc:sldLayoutMk cId="83755123" sldId="2147483676"/>
          </pc:sldLayoutMkLst>
        </pc:sldLayoutChg>
        <pc:sldLayoutChg chg="add del">
          <pc:chgData name="Umesh Bitla" userId="505a3b8286548e55" providerId="Windows Live" clId="Web-{726DC30B-A2B2-CCC5-B89E-7CC0D9C7634E}" dt="2026-01-14T07:19:23.359" v="1236"/>
          <pc:sldLayoutMkLst>
            <pc:docMk/>
            <pc:sldMasterMk cId="3441091781" sldId="2147483658"/>
            <pc:sldLayoutMk cId="3802201697" sldId="2147483677"/>
          </pc:sldLayoutMkLst>
        </pc:sldLayoutChg>
        <pc:sldLayoutChg chg="add del">
          <pc:chgData name="Umesh Bitla" userId="505a3b8286548e55" providerId="Windows Live" clId="Web-{726DC30B-A2B2-CCC5-B89E-7CC0D9C7634E}" dt="2026-01-14T07:19:23.359" v="1236"/>
          <pc:sldLayoutMkLst>
            <pc:docMk/>
            <pc:sldMasterMk cId="3441091781" sldId="2147483658"/>
            <pc:sldLayoutMk cId="3848941307" sldId="2147483678"/>
          </pc:sldLayoutMkLst>
        </pc:sldLayoutChg>
      </pc:sldMasterChg>
      <pc:sldMasterChg chg="add del addSldLayout delSldLayout modSldLayout">
        <pc:chgData name="Umesh Bitla" userId="505a3b8286548e55" providerId="Windows Live" clId="Web-{726DC30B-A2B2-CCC5-B89E-7CC0D9C7634E}" dt="2026-01-14T05:16:07.231" v="11"/>
        <pc:sldMasterMkLst>
          <pc:docMk/>
          <pc:sldMasterMk cId="2898913213" sldId="2147483679"/>
        </pc:sldMasterMkLst>
        <pc:sldLayoutChg chg="add del mod replId">
          <pc:chgData name="Umesh Bitla" userId="505a3b8286548e55" providerId="Windows Live" clId="Web-{726DC30B-A2B2-CCC5-B89E-7CC0D9C7634E}" dt="2026-01-14T05:16:07.231" v="11"/>
          <pc:sldLayoutMkLst>
            <pc:docMk/>
            <pc:sldMasterMk cId="2898913213" sldId="2147483679"/>
            <pc:sldLayoutMk cId="4174935237" sldId="2147483680"/>
          </pc:sldLayoutMkLst>
        </pc:sldLayoutChg>
        <pc:sldLayoutChg chg="add del mod replId">
          <pc:chgData name="Umesh Bitla" userId="505a3b8286548e55" providerId="Windows Live" clId="Web-{726DC30B-A2B2-CCC5-B89E-7CC0D9C7634E}" dt="2026-01-14T05:16:07.231" v="11"/>
          <pc:sldLayoutMkLst>
            <pc:docMk/>
            <pc:sldMasterMk cId="2898913213" sldId="2147483679"/>
            <pc:sldLayoutMk cId="957755625" sldId="2147483681"/>
          </pc:sldLayoutMkLst>
        </pc:sldLayoutChg>
        <pc:sldLayoutChg chg="add del mod replId">
          <pc:chgData name="Umesh Bitla" userId="505a3b8286548e55" providerId="Windows Live" clId="Web-{726DC30B-A2B2-CCC5-B89E-7CC0D9C7634E}" dt="2026-01-14T05:16:07.231" v="11"/>
          <pc:sldLayoutMkLst>
            <pc:docMk/>
            <pc:sldMasterMk cId="2898913213" sldId="2147483679"/>
            <pc:sldLayoutMk cId="1711963916" sldId="2147483682"/>
          </pc:sldLayoutMkLst>
        </pc:sldLayoutChg>
        <pc:sldLayoutChg chg="add del mod replId">
          <pc:chgData name="Umesh Bitla" userId="505a3b8286548e55" providerId="Windows Live" clId="Web-{726DC30B-A2B2-CCC5-B89E-7CC0D9C7634E}" dt="2026-01-14T05:16:07.231" v="11"/>
          <pc:sldLayoutMkLst>
            <pc:docMk/>
            <pc:sldMasterMk cId="2898913213" sldId="2147483679"/>
            <pc:sldLayoutMk cId="1704285747" sldId="2147483683"/>
          </pc:sldLayoutMkLst>
        </pc:sldLayoutChg>
        <pc:sldLayoutChg chg="add del mod replId">
          <pc:chgData name="Umesh Bitla" userId="505a3b8286548e55" providerId="Windows Live" clId="Web-{726DC30B-A2B2-CCC5-B89E-7CC0D9C7634E}" dt="2026-01-14T05:16:07.231" v="11"/>
          <pc:sldLayoutMkLst>
            <pc:docMk/>
            <pc:sldMasterMk cId="2898913213" sldId="2147483679"/>
            <pc:sldLayoutMk cId="2133997285" sldId="2147483684"/>
          </pc:sldLayoutMkLst>
        </pc:sldLayoutChg>
        <pc:sldLayoutChg chg="add del mod replId">
          <pc:chgData name="Umesh Bitla" userId="505a3b8286548e55" providerId="Windows Live" clId="Web-{726DC30B-A2B2-CCC5-B89E-7CC0D9C7634E}" dt="2026-01-14T05:16:07.231" v="11"/>
          <pc:sldLayoutMkLst>
            <pc:docMk/>
            <pc:sldMasterMk cId="2898913213" sldId="2147483679"/>
            <pc:sldLayoutMk cId="777174386" sldId="2147483685"/>
          </pc:sldLayoutMkLst>
        </pc:sldLayoutChg>
        <pc:sldLayoutChg chg="add del mod replId">
          <pc:chgData name="Umesh Bitla" userId="505a3b8286548e55" providerId="Windows Live" clId="Web-{726DC30B-A2B2-CCC5-B89E-7CC0D9C7634E}" dt="2026-01-14T05:16:07.231" v="11"/>
          <pc:sldLayoutMkLst>
            <pc:docMk/>
            <pc:sldMasterMk cId="2898913213" sldId="2147483679"/>
            <pc:sldLayoutMk cId="1634411125" sldId="2147483686"/>
          </pc:sldLayoutMkLst>
        </pc:sldLayoutChg>
        <pc:sldLayoutChg chg="add del mod replId">
          <pc:chgData name="Umesh Bitla" userId="505a3b8286548e55" providerId="Windows Live" clId="Web-{726DC30B-A2B2-CCC5-B89E-7CC0D9C7634E}" dt="2026-01-14T05:16:07.231" v="11"/>
          <pc:sldLayoutMkLst>
            <pc:docMk/>
            <pc:sldMasterMk cId="2898913213" sldId="2147483679"/>
            <pc:sldLayoutMk cId="4234122095" sldId="2147483687"/>
          </pc:sldLayoutMkLst>
        </pc:sldLayoutChg>
        <pc:sldLayoutChg chg="add del mod replId">
          <pc:chgData name="Umesh Bitla" userId="505a3b8286548e55" providerId="Windows Live" clId="Web-{726DC30B-A2B2-CCC5-B89E-7CC0D9C7634E}" dt="2026-01-14T05:16:07.231" v="11"/>
          <pc:sldLayoutMkLst>
            <pc:docMk/>
            <pc:sldMasterMk cId="2898913213" sldId="2147483679"/>
            <pc:sldLayoutMk cId="1952354079" sldId="2147483688"/>
          </pc:sldLayoutMkLst>
        </pc:sldLayoutChg>
        <pc:sldLayoutChg chg="add del mod replId">
          <pc:chgData name="Umesh Bitla" userId="505a3b8286548e55" providerId="Windows Live" clId="Web-{726DC30B-A2B2-CCC5-B89E-7CC0D9C7634E}" dt="2026-01-14T05:16:07.231" v="11"/>
          <pc:sldLayoutMkLst>
            <pc:docMk/>
            <pc:sldMasterMk cId="2898913213" sldId="2147483679"/>
            <pc:sldLayoutMk cId="1297636327" sldId="2147483689"/>
          </pc:sldLayoutMkLst>
        </pc:sldLayoutChg>
        <pc:sldLayoutChg chg="add del mod replId">
          <pc:chgData name="Umesh Bitla" userId="505a3b8286548e55" providerId="Windows Live" clId="Web-{726DC30B-A2B2-CCC5-B89E-7CC0D9C7634E}" dt="2026-01-14T05:16:07.231" v="11"/>
          <pc:sldLayoutMkLst>
            <pc:docMk/>
            <pc:sldMasterMk cId="2898913213" sldId="2147483679"/>
            <pc:sldLayoutMk cId="3410192879" sldId="2147483690"/>
          </pc:sldLayoutMkLst>
        </pc:sldLayoutChg>
        <pc:sldLayoutChg chg="add del mod replId">
          <pc:chgData name="Umesh Bitla" userId="505a3b8286548e55" providerId="Windows Live" clId="Web-{726DC30B-A2B2-CCC5-B89E-7CC0D9C7634E}" dt="2026-01-14T05:16:07.231" v="11"/>
          <pc:sldLayoutMkLst>
            <pc:docMk/>
            <pc:sldMasterMk cId="2898913213" sldId="2147483679"/>
            <pc:sldLayoutMk cId="3917331731" sldId="2147483691"/>
          </pc:sldLayoutMkLst>
        </pc:sldLayoutChg>
        <pc:sldLayoutChg chg="add del mod replId">
          <pc:chgData name="Umesh Bitla" userId="505a3b8286548e55" providerId="Windows Live" clId="Web-{726DC30B-A2B2-CCC5-B89E-7CC0D9C7634E}" dt="2026-01-14T05:16:07.231" v="11"/>
          <pc:sldLayoutMkLst>
            <pc:docMk/>
            <pc:sldMasterMk cId="2898913213" sldId="2147483679"/>
            <pc:sldLayoutMk cId="970854996" sldId="2147483692"/>
          </pc:sldLayoutMkLst>
        </pc:sldLayoutChg>
        <pc:sldLayoutChg chg="add del mod replId">
          <pc:chgData name="Umesh Bitla" userId="505a3b8286548e55" providerId="Windows Live" clId="Web-{726DC30B-A2B2-CCC5-B89E-7CC0D9C7634E}" dt="2026-01-14T05:16:07.231" v="11"/>
          <pc:sldLayoutMkLst>
            <pc:docMk/>
            <pc:sldMasterMk cId="2898913213" sldId="2147483679"/>
            <pc:sldLayoutMk cId="1516508397" sldId="2147483693"/>
          </pc:sldLayoutMkLst>
        </pc:sldLayoutChg>
        <pc:sldLayoutChg chg="add del mod replId">
          <pc:chgData name="Umesh Bitla" userId="505a3b8286548e55" providerId="Windows Live" clId="Web-{726DC30B-A2B2-CCC5-B89E-7CC0D9C7634E}" dt="2026-01-14T05:16:07.231" v="11"/>
          <pc:sldLayoutMkLst>
            <pc:docMk/>
            <pc:sldMasterMk cId="2898913213" sldId="2147483679"/>
            <pc:sldLayoutMk cId="829562137" sldId="2147483694"/>
          </pc:sldLayoutMkLst>
        </pc:sldLayoutChg>
        <pc:sldLayoutChg chg="add del mod replId">
          <pc:chgData name="Umesh Bitla" userId="505a3b8286548e55" providerId="Windows Live" clId="Web-{726DC30B-A2B2-CCC5-B89E-7CC0D9C7634E}" dt="2026-01-14T05:16:07.231" v="11"/>
          <pc:sldLayoutMkLst>
            <pc:docMk/>
            <pc:sldMasterMk cId="2898913213" sldId="2147483679"/>
            <pc:sldLayoutMk cId="2318853412" sldId="2147483695"/>
          </pc:sldLayoutMkLst>
        </pc:sldLayoutChg>
        <pc:sldLayoutChg chg="add del mod replId">
          <pc:chgData name="Umesh Bitla" userId="505a3b8286548e55" providerId="Windows Live" clId="Web-{726DC30B-A2B2-CCC5-B89E-7CC0D9C7634E}" dt="2026-01-14T05:16:07.231" v="11"/>
          <pc:sldLayoutMkLst>
            <pc:docMk/>
            <pc:sldMasterMk cId="2898913213" sldId="2147483679"/>
            <pc:sldLayoutMk cId="3726305829" sldId="2147483696"/>
          </pc:sldLayoutMkLst>
        </pc:sldLayoutChg>
        <pc:sldLayoutChg chg="add del mod replId">
          <pc:chgData name="Umesh Bitla" userId="505a3b8286548e55" providerId="Windows Live" clId="Web-{726DC30B-A2B2-CCC5-B89E-7CC0D9C7634E}" dt="2026-01-14T05:16:07.231" v="11"/>
          <pc:sldLayoutMkLst>
            <pc:docMk/>
            <pc:sldMasterMk cId="2898913213" sldId="2147483679"/>
            <pc:sldLayoutMk cId="859946404" sldId="2147483697"/>
          </pc:sldLayoutMkLst>
        </pc:sldLayoutChg>
        <pc:sldLayoutChg chg="add del mod replId">
          <pc:chgData name="Umesh Bitla" userId="505a3b8286548e55" providerId="Windows Live" clId="Web-{726DC30B-A2B2-CCC5-B89E-7CC0D9C7634E}" dt="2026-01-14T05:16:07.231" v="11"/>
          <pc:sldLayoutMkLst>
            <pc:docMk/>
            <pc:sldMasterMk cId="2898913213" sldId="2147483679"/>
            <pc:sldLayoutMk cId="1069102534" sldId="2147483698"/>
          </pc:sldLayoutMkLst>
        </pc:sldLayoutChg>
        <pc:sldLayoutChg chg="add del mod replId">
          <pc:chgData name="Umesh Bitla" userId="505a3b8286548e55" providerId="Windows Live" clId="Web-{726DC30B-A2B2-CCC5-B89E-7CC0D9C7634E}" dt="2026-01-14T05:16:07.231" v="11"/>
          <pc:sldLayoutMkLst>
            <pc:docMk/>
            <pc:sldMasterMk cId="2898913213" sldId="2147483679"/>
            <pc:sldLayoutMk cId="3330489194" sldId="2147483699"/>
          </pc:sldLayoutMkLst>
        </pc:sldLayoutChg>
        <pc:sldLayoutChg chg="add del mod replId">
          <pc:chgData name="Umesh Bitla" userId="505a3b8286548e55" providerId="Windows Live" clId="Web-{726DC30B-A2B2-CCC5-B89E-7CC0D9C7634E}" dt="2026-01-14T05:16:07.231" v="11"/>
          <pc:sldLayoutMkLst>
            <pc:docMk/>
            <pc:sldMasterMk cId="2898913213" sldId="2147483679"/>
            <pc:sldLayoutMk cId="4274797732" sldId="2147483700"/>
          </pc:sldLayoutMkLst>
        </pc:sldLayoutChg>
        <pc:sldLayoutChg chg="add del mod replId">
          <pc:chgData name="Umesh Bitla" userId="505a3b8286548e55" providerId="Windows Live" clId="Web-{726DC30B-A2B2-CCC5-B89E-7CC0D9C7634E}" dt="2026-01-14T05:16:07.231" v="11"/>
          <pc:sldLayoutMkLst>
            <pc:docMk/>
            <pc:sldMasterMk cId="2898913213" sldId="2147483679"/>
            <pc:sldLayoutMk cId="2659400142" sldId="2147483701"/>
          </pc:sldLayoutMkLst>
        </pc:sldLayoutChg>
        <pc:sldLayoutChg chg="add del mod replId">
          <pc:chgData name="Umesh Bitla" userId="505a3b8286548e55" providerId="Windows Live" clId="Web-{726DC30B-A2B2-CCC5-B89E-7CC0D9C7634E}" dt="2026-01-14T05:16:07.231" v="11"/>
          <pc:sldLayoutMkLst>
            <pc:docMk/>
            <pc:sldMasterMk cId="2898913213" sldId="2147483679"/>
            <pc:sldLayoutMk cId="1772661234" sldId="2147483702"/>
          </pc:sldLayoutMkLst>
        </pc:sldLayoutChg>
        <pc:sldLayoutChg chg="add del mod replId">
          <pc:chgData name="Umesh Bitla" userId="505a3b8286548e55" providerId="Windows Live" clId="Web-{726DC30B-A2B2-CCC5-B89E-7CC0D9C7634E}" dt="2026-01-14T05:16:07.231" v="11"/>
          <pc:sldLayoutMkLst>
            <pc:docMk/>
            <pc:sldMasterMk cId="2898913213" sldId="2147483679"/>
            <pc:sldLayoutMk cId="3029784610" sldId="2147483703"/>
          </pc:sldLayoutMkLst>
        </pc:sldLayoutChg>
      </pc:sldMasterChg>
      <pc:sldMasterChg chg="add del addSldLayout delSldLayout modSldLayout">
        <pc:chgData name="Umesh Bitla" userId="505a3b8286548e55" providerId="Windows Live" clId="Web-{726DC30B-A2B2-CCC5-B89E-7CC0D9C7634E}" dt="2026-01-14T07:19:23.359" v="1236"/>
        <pc:sldMasterMkLst>
          <pc:docMk/>
          <pc:sldMasterMk cId="3756649868" sldId="2147483679"/>
        </pc:sldMasterMkLst>
        <pc:sldLayoutChg chg="add del mod replId">
          <pc:chgData name="Umesh Bitla" userId="505a3b8286548e55" providerId="Windows Live" clId="Web-{726DC30B-A2B2-CCC5-B89E-7CC0D9C7634E}" dt="2026-01-14T07:19:23.359" v="1236"/>
          <pc:sldLayoutMkLst>
            <pc:docMk/>
            <pc:sldMasterMk cId="3756649868" sldId="2147483679"/>
            <pc:sldLayoutMk cId="3480957333" sldId="2147483680"/>
          </pc:sldLayoutMkLst>
        </pc:sldLayoutChg>
        <pc:sldLayoutChg chg="add del mod replId">
          <pc:chgData name="Umesh Bitla" userId="505a3b8286548e55" providerId="Windows Live" clId="Web-{726DC30B-A2B2-CCC5-B89E-7CC0D9C7634E}" dt="2026-01-14T07:19:23.359" v="1236"/>
          <pc:sldLayoutMkLst>
            <pc:docMk/>
            <pc:sldMasterMk cId="3756649868" sldId="2147483679"/>
            <pc:sldLayoutMk cId="2510255504" sldId="2147483681"/>
          </pc:sldLayoutMkLst>
        </pc:sldLayoutChg>
        <pc:sldLayoutChg chg="add del mod replId">
          <pc:chgData name="Umesh Bitla" userId="505a3b8286548e55" providerId="Windows Live" clId="Web-{726DC30B-A2B2-CCC5-B89E-7CC0D9C7634E}" dt="2026-01-14T07:19:23.359" v="1236"/>
          <pc:sldLayoutMkLst>
            <pc:docMk/>
            <pc:sldMasterMk cId="3756649868" sldId="2147483679"/>
            <pc:sldLayoutMk cId="518656943" sldId="2147483682"/>
          </pc:sldLayoutMkLst>
        </pc:sldLayoutChg>
        <pc:sldLayoutChg chg="add del mod replId">
          <pc:chgData name="Umesh Bitla" userId="505a3b8286548e55" providerId="Windows Live" clId="Web-{726DC30B-A2B2-CCC5-B89E-7CC0D9C7634E}" dt="2026-01-14T07:19:23.359" v="1236"/>
          <pc:sldLayoutMkLst>
            <pc:docMk/>
            <pc:sldMasterMk cId="3756649868" sldId="2147483679"/>
            <pc:sldLayoutMk cId="655548948" sldId="2147483683"/>
          </pc:sldLayoutMkLst>
        </pc:sldLayoutChg>
        <pc:sldLayoutChg chg="add del mod replId">
          <pc:chgData name="Umesh Bitla" userId="505a3b8286548e55" providerId="Windows Live" clId="Web-{726DC30B-A2B2-CCC5-B89E-7CC0D9C7634E}" dt="2026-01-14T07:19:23.359" v="1236"/>
          <pc:sldLayoutMkLst>
            <pc:docMk/>
            <pc:sldMasterMk cId="3756649868" sldId="2147483679"/>
            <pc:sldLayoutMk cId="4146274441" sldId="2147483684"/>
          </pc:sldLayoutMkLst>
        </pc:sldLayoutChg>
        <pc:sldLayoutChg chg="add del mod replId">
          <pc:chgData name="Umesh Bitla" userId="505a3b8286548e55" providerId="Windows Live" clId="Web-{726DC30B-A2B2-CCC5-B89E-7CC0D9C7634E}" dt="2026-01-14T07:19:23.359" v="1236"/>
          <pc:sldLayoutMkLst>
            <pc:docMk/>
            <pc:sldMasterMk cId="3756649868" sldId="2147483679"/>
            <pc:sldLayoutMk cId="1633206225" sldId="2147483685"/>
          </pc:sldLayoutMkLst>
        </pc:sldLayoutChg>
        <pc:sldLayoutChg chg="add del mod replId">
          <pc:chgData name="Umesh Bitla" userId="505a3b8286548e55" providerId="Windows Live" clId="Web-{726DC30B-A2B2-CCC5-B89E-7CC0D9C7634E}" dt="2026-01-14T07:19:23.359" v="1236"/>
          <pc:sldLayoutMkLst>
            <pc:docMk/>
            <pc:sldMasterMk cId="3756649868" sldId="2147483679"/>
            <pc:sldLayoutMk cId="2480662264" sldId="2147483686"/>
          </pc:sldLayoutMkLst>
        </pc:sldLayoutChg>
        <pc:sldLayoutChg chg="add del mod replId">
          <pc:chgData name="Umesh Bitla" userId="505a3b8286548e55" providerId="Windows Live" clId="Web-{726DC30B-A2B2-CCC5-B89E-7CC0D9C7634E}" dt="2026-01-14T07:19:23.359" v="1236"/>
          <pc:sldLayoutMkLst>
            <pc:docMk/>
            <pc:sldMasterMk cId="3756649868" sldId="2147483679"/>
            <pc:sldLayoutMk cId="1882311625" sldId="2147483687"/>
          </pc:sldLayoutMkLst>
        </pc:sldLayoutChg>
        <pc:sldLayoutChg chg="add del mod replId">
          <pc:chgData name="Umesh Bitla" userId="505a3b8286548e55" providerId="Windows Live" clId="Web-{726DC30B-A2B2-CCC5-B89E-7CC0D9C7634E}" dt="2026-01-14T07:19:23.359" v="1236"/>
          <pc:sldLayoutMkLst>
            <pc:docMk/>
            <pc:sldMasterMk cId="3756649868" sldId="2147483679"/>
            <pc:sldLayoutMk cId="3703346896" sldId="2147483688"/>
          </pc:sldLayoutMkLst>
        </pc:sldLayoutChg>
        <pc:sldLayoutChg chg="add del mod replId">
          <pc:chgData name="Umesh Bitla" userId="505a3b8286548e55" providerId="Windows Live" clId="Web-{726DC30B-A2B2-CCC5-B89E-7CC0D9C7634E}" dt="2026-01-14T07:19:23.359" v="1236"/>
          <pc:sldLayoutMkLst>
            <pc:docMk/>
            <pc:sldMasterMk cId="3756649868" sldId="2147483679"/>
            <pc:sldLayoutMk cId="1797298388" sldId="2147483689"/>
          </pc:sldLayoutMkLst>
        </pc:sldLayoutChg>
        <pc:sldLayoutChg chg="add del mod replId">
          <pc:chgData name="Umesh Bitla" userId="505a3b8286548e55" providerId="Windows Live" clId="Web-{726DC30B-A2B2-CCC5-B89E-7CC0D9C7634E}" dt="2026-01-14T07:19:23.359" v="1236"/>
          <pc:sldLayoutMkLst>
            <pc:docMk/>
            <pc:sldMasterMk cId="3756649868" sldId="2147483679"/>
            <pc:sldLayoutMk cId="4259280292" sldId="2147483690"/>
          </pc:sldLayoutMkLst>
        </pc:sldLayoutChg>
        <pc:sldLayoutChg chg="add del mod replId">
          <pc:chgData name="Umesh Bitla" userId="505a3b8286548e55" providerId="Windows Live" clId="Web-{726DC30B-A2B2-CCC5-B89E-7CC0D9C7634E}" dt="2026-01-14T07:19:23.359" v="1236"/>
          <pc:sldLayoutMkLst>
            <pc:docMk/>
            <pc:sldMasterMk cId="3756649868" sldId="2147483679"/>
            <pc:sldLayoutMk cId="1796041623" sldId="2147483691"/>
          </pc:sldLayoutMkLst>
        </pc:sldLayoutChg>
        <pc:sldLayoutChg chg="add del mod replId">
          <pc:chgData name="Umesh Bitla" userId="505a3b8286548e55" providerId="Windows Live" clId="Web-{726DC30B-A2B2-CCC5-B89E-7CC0D9C7634E}" dt="2026-01-14T07:19:23.359" v="1236"/>
          <pc:sldLayoutMkLst>
            <pc:docMk/>
            <pc:sldMasterMk cId="3756649868" sldId="2147483679"/>
            <pc:sldLayoutMk cId="2984857217" sldId="2147483692"/>
          </pc:sldLayoutMkLst>
        </pc:sldLayoutChg>
        <pc:sldLayoutChg chg="add del mod replId">
          <pc:chgData name="Umesh Bitla" userId="505a3b8286548e55" providerId="Windows Live" clId="Web-{726DC30B-A2B2-CCC5-B89E-7CC0D9C7634E}" dt="2026-01-14T07:19:23.359" v="1236"/>
          <pc:sldLayoutMkLst>
            <pc:docMk/>
            <pc:sldMasterMk cId="3756649868" sldId="2147483679"/>
            <pc:sldLayoutMk cId="2386425598" sldId="2147483693"/>
          </pc:sldLayoutMkLst>
        </pc:sldLayoutChg>
        <pc:sldLayoutChg chg="add del mod replId">
          <pc:chgData name="Umesh Bitla" userId="505a3b8286548e55" providerId="Windows Live" clId="Web-{726DC30B-A2B2-CCC5-B89E-7CC0D9C7634E}" dt="2026-01-14T07:19:23.359" v="1236"/>
          <pc:sldLayoutMkLst>
            <pc:docMk/>
            <pc:sldMasterMk cId="3756649868" sldId="2147483679"/>
            <pc:sldLayoutMk cId="12864333" sldId="2147483694"/>
          </pc:sldLayoutMkLst>
        </pc:sldLayoutChg>
        <pc:sldLayoutChg chg="add del mod replId">
          <pc:chgData name="Umesh Bitla" userId="505a3b8286548e55" providerId="Windows Live" clId="Web-{726DC30B-A2B2-CCC5-B89E-7CC0D9C7634E}" dt="2026-01-14T07:19:23.359" v="1236"/>
          <pc:sldLayoutMkLst>
            <pc:docMk/>
            <pc:sldMasterMk cId="3756649868" sldId="2147483679"/>
            <pc:sldLayoutMk cId="866483640" sldId="2147483695"/>
          </pc:sldLayoutMkLst>
        </pc:sldLayoutChg>
        <pc:sldLayoutChg chg="add del mod replId">
          <pc:chgData name="Umesh Bitla" userId="505a3b8286548e55" providerId="Windows Live" clId="Web-{726DC30B-A2B2-CCC5-B89E-7CC0D9C7634E}" dt="2026-01-14T07:19:23.359" v="1236"/>
          <pc:sldLayoutMkLst>
            <pc:docMk/>
            <pc:sldMasterMk cId="3756649868" sldId="2147483679"/>
            <pc:sldLayoutMk cId="2790070996" sldId="2147483696"/>
          </pc:sldLayoutMkLst>
        </pc:sldLayoutChg>
        <pc:sldLayoutChg chg="add del mod replId">
          <pc:chgData name="Umesh Bitla" userId="505a3b8286548e55" providerId="Windows Live" clId="Web-{726DC30B-A2B2-CCC5-B89E-7CC0D9C7634E}" dt="2026-01-14T07:19:23.359" v="1236"/>
          <pc:sldLayoutMkLst>
            <pc:docMk/>
            <pc:sldMasterMk cId="3756649868" sldId="2147483679"/>
            <pc:sldLayoutMk cId="1693572316" sldId="2147483697"/>
          </pc:sldLayoutMkLst>
        </pc:sldLayoutChg>
      </pc:sldMasterChg>
      <pc:sldMasterChg chg="add del addSldLayout delSldLayout modSldLayout">
        <pc:chgData name="Umesh Bitla" userId="505a3b8286548e55" providerId="Windows Live" clId="Web-{726DC30B-A2B2-CCC5-B89E-7CC0D9C7634E}" dt="2026-01-14T07:19:23.250" v="1235"/>
        <pc:sldMasterMkLst>
          <pc:docMk/>
          <pc:sldMasterMk cId="1859210730" sldId="2147483698"/>
        </pc:sldMasterMkLst>
        <pc:sldLayoutChg chg="add del mod replId">
          <pc:chgData name="Umesh Bitla" userId="505a3b8286548e55" providerId="Windows Live" clId="Web-{726DC30B-A2B2-CCC5-B89E-7CC0D9C7634E}" dt="2026-01-14T07:19:23.250" v="1235"/>
          <pc:sldLayoutMkLst>
            <pc:docMk/>
            <pc:sldMasterMk cId="1859210730" sldId="2147483698"/>
            <pc:sldLayoutMk cId="25533132" sldId="2147483699"/>
          </pc:sldLayoutMkLst>
        </pc:sldLayoutChg>
        <pc:sldLayoutChg chg="add del mod replId">
          <pc:chgData name="Umesh Bitla" userId="505a3b8286548e55" providerId="Windows Live" clId="Web-{726DC30B-A2B2-CCC5-B89E-7CC0D9C7634E}" dt="2026-01-14T07:19:23.250" v="1235"/>
          <pc:sldLayoutMkLst>
            <pc:docMk/>
            <pc:sldMasterMk cId="1859210730" sldId="2147483698"/>
            <pc:sldLayoutMk cId="201272384" sldId="2147483700"/>
          </pc:sldLayoutMkLst>
        </pc:sldLayoutChg>
        <pc:sldLayoutChg chg="add del mod replId">
          <pc:chgData name="Umesh Bitla" userId="505a3b8286548e55" providerId="Windows Live" clId="Web-{726DC30B-A2B2-CCC5-B89E-7CC0D9C7634E}" dt="2026-01-14T07:19:23.250" v="1235"/>
          <pc:sldLayoutMkLst>
            <pc:docMk/>
            <pc:sldMasterMk cId="1859210730" sldId="2147483698"/>
            <pc:sldLayoutMk cId="213964556" sldId="2147483701"/>
          </pc:sldLayoutMkLst>
        </pc:sldLayoutChg>
        <pc:sldLayoutChg chg="add del mod replId">
          <pc:chgData name="Umesh Bitla" userId="505a3b8286548e55" providerId="Windows Live" clId="Web-{726DC30B-A2B2-CCC5-B89E-7CC0D9C7634E}" dt="2026-01-14T07:19:23.250" v="1235"/>
          <pc:sldLayoutMkLst>
            <pc:docMk/>
            <pc:sldMasterMk cId="1859210730" sldId="2147483698"/>
            <pc:sldLayoutMk cId="3591586657" sldId="2147483702"/>
          </pc:sldLayoutMkLst>
        </pc:sldLayoutChg>
        <pc:sldLayoutChg chg="add del mod replId">
          <pc:chgData name="Umesh Bitla" userId="505a3b8286548e55" providerId="Windows Live" clId="Web-{726DC30B-A2B2-CCC5-B89E-7CC0D9C7634E}" dt="2026-01-14T07:19:23.250" v="1235"/>
          <pc:sldLayoutMkLst>
            <pc:docMk/>
            <pc:sldMasterMk cId="1859210730" sldId="2147483698"/>
            <pc:sldLayoutMk cId="336012577" sldId="2147483703"/>
          </pc:sldLayoutMkLst>
        </pc:sldLayoutChg>
        <pc:sldLayoutChg chg="add del mod replId">
          <pc:chgData name="Umesh Bitla" userId="505a3b8286548e55" providerId="Windows Live" clId="Web-{726DC30B-A2B2-CCC5-B89E-7CC0D9C7634E}" dt="2026-01-14T07:19:23.250" v="1235"/>
          <pc:sldLayoutMkLst>
            <pc:docMk/>
            <pc:sldMasterMk cId="1859210730" sldId="2147483698"/>
            <pc:sldLayoutMk cId="639377439" sldId="2147483704"/>
          </pc:sldLayoutMkLst>
        </pc:sldLayoutChg>
        <pc:sldLayoutChg chg="add del mod replId">
          <pc:chgData name="Umesh Bitla" userId="505a3b8286548e55" providerId="Windows Live" clId="Web-{726DC30B-A2B2-CCC5-B89E-7CC0D9C7634E}" dt="2026-01-14T07:19:23.250" v="1235"/>
          <pc:sldLayoutMkLst>
            <pc:docMk/>
            <pc:sldMasterMk cId="1859210730" sldId="2147483698"/>
            <pc:sldLayoutMk cId="3806668176" sldId="2147483705"/>
          </pc:sldLayoutMkLst>
        </pc:sldLayoutChg>
        <pc:sldLayoutChg chg="add del mod replId">
          <pc:chgData name="Umesh Bitla" userId="505a3b8286548e55" providerId="Windows Live" clId="Web-{726DC30B-A2B2-CCC5-B89E-7CC0D9C7634E}" dt="2026-01-14T07:19:23.250" v="1235"/>
          <pc:sldLayoutMkLst>
            <pc:docMk/>
            <pc:sldMasterMk cId="1859210730" sldId="2147483698"/>
            <pc:sldLayoutMk cId="2804655791" sldId="2147483706"/>
          </pc:sldLayoutMkLst>
        </pc:sldLayoutChg>
        <pc:sldLayoutChg chg="add del mod replId">
          <pc:chgData name="Umesh Bitla" userId="505a3b8286548e55" providerId="Windows Live" clId="Web-{726DC30B-A2B2-CCC5-B89E-7CC0D9C7634E}" dt="2026-01-14T07:19:23.250" v="1235"/>
          <pc:sldLayoutMkLst>
            <pc:docMk/>
            <pc:sldMasterMk cId="1859210730" sldId="2147483698"/>
            <pc:sldLayoutMk cId="2148242760" sldId="2147483707"/>
          </pc:sldLayoutMkLst>
        </pc:sldLayoutChg>
        <pc:sldLayoutChg chg="add del mod replId">
          <pc:chgData name="Umesh Bitla" userId="505a3b8286548e55" providerId="Windows Live" clId="Web-{726DC30B-A2B2-CCC5-B89E-7CC0D9C7634E}" dt="2026-01-14T07:19:23.250" v="1235"/>
          <pc:sldLayoutMkLst>
            <pc:docMk/>
            <pc:sldMasterMk cId="1859210730" sldId="2147483698"/>
            <pc:sldLayoutMk cId="952522803" sldId="2147483708"/>
          </pc:sldLayoutMkLst>
        </pc:sldLayoutChg>
        <pc:sldLayoutChg chg="add del mod replId">
          <pc:chgData name="Umesh Bitla" userId="505a3b8286548e55" providerId="Windows Live" clId="Web-{726DC30B-A2B2-CCC5-B89E-7CC0D9C7634E}" dt="2026-01-14T07:19:23.250" v="1235"/>
          <pc:sldLayoutMkLst>
            <pc:docMk/>
            <pc:sldMasterMk cId="1859210730" sldId="2147483698"/>
            <pc:sldLayoutMk cId="1713630279" sldId="2147483709"/>
          </pc:sldLayoutMkLst>
        </pc:sldLayoutChg>
        <pc:sldLayoutChg chg="add del mod replId">
          <pc:chgData name="Umesh Bitla" userId="505a3b8286548e55" providerId="Windows Live" clId="Web-{726DC30B-A2B2-CCC5-B89E-7CC0D9C7634E}" dt="2026-01-14T07:19:23.250" v="1235"/>
          <pc:sldLayoutMkLst>
            <pc:docMk/>
            <pc:sldMasterMk cId="1859210730" sldId="2147483698"/>
            <pc:sldLayoutMk cId="236475197" sldId="2147483710"/>
          </pc:sldLayoutMkLst>
        </pc:sldLayoutChg>
        <pc:sldLayoutChg chg="add del mod replId">
          <pc:chgData name="Umesh Bitla" userId="505a3b8286548e55" providerId="Windows Live" clId="Web-{726DC30B-A2B2-CCC5-B89E-7CC0D9C7634E}" dt="2026-01-14T07:19:23.250" v="1235"/>
          <pc:sldLayoutMkLst>
            <pc:docMk/>
            <pc:sldMasterMk cId="1859210730" sldId="2147483698"/>
            <pc:sldLayoutMk cId="890247250" sldId="2147483711"/>
          </pc:sldLayoutMkLst>
        </pc:sldLayoutChg>
      </pc:sldMasterChg>
      <pc:sldMasterChg chg="add del addSldLayout delSldLayout modSldLayout">
        <pc:chgData name="Umesh Bitla" userId="505a3b8286548e55" providerId="Windows Live" clId="Web-{726DC30B-A2B2-CCC5-B89E-7CC0D9C7634E}" dt="2026-01-14T05:16:05.746" v="10"/>
        <pc:sldMasterMkLst>
          <pc:docMk/>
          <pc:sldMasterMk cId="1449343286" sldId="2147483704"/>
        </pc:sldMasterMkLst>
        <pc:sldLayoutChg chg="add del mod replId">
          <pc:chgData name="Umesh Bitla" userId="505a3b8286548e55" providerId="Windows Live" clId="Web-{726DC30B-A2B2-CCC5-B89E-7CC0D9C7634E}" dt="2026-01-14T05:16:05.746" v="10"/>
          <pc:sldLayoutMkLst>
            <pc:docMk/>
            <pc:sldMasterMk cId="1449343286" sldId="2147483704"/>
            <pc:sldLayoutMk cId="2774962997" sldId="2147483705"/>
          </pc:sldLayoutMkLst>
        </pc:sldLayoutChg>
        <pc:sldLayoutChg chg="add del mod replId">
          <pc:chgData name="Umesh Bitla" userId="505a3b8286548e55" providerId="Windows Live" clId="Web-{726DC30B-A2B2-CCC5-B89E-7CC0D9C7634E}" dt="2026-01-14T05:16:05.746" v="10"/>
          <pc:sldLayoutMkLst>
            <pc:docMk/>
            <pc:sldMasterMk cId="1449343286" sldId="2147483704"/>
            <pc:sldLayoutMk cId="971267613" sldId="2147483706"/>
          </pc:sldLayoutMkLst>
        </pc:sldLayoutChg>
        <pc:sldLayoutChg chg="add del mod replId">
          <pc:chgData name="Umesh Bitla" userId="505a3b8286548e55" providerId="Windows Live" clId="Web-{726DC30B-A2B2-CCC5-B89E-7CC0D9C7634E}" dt="2026-01-14T05:16:05.746" v="10"/>
          <pc:sldLayoutMkLst>
            <pc:docMk/>
            <pc:sldMasterMk cId="1449343286" sldId="2147483704"/>
            <pc:sldLayoutMk cId="141854158" sldId="2147483707"/>
          </pc:sldLayoutMkLst>
        </pc:sldLayoutChg>
        <pc:sldLayoutChg chg="add del mod replId">
          <pc:chgData name="Umesh Bitla" userId="505a3b8286548e55" providerId="Windows Live" clId="Web-{726DC30B-A2B2-CCC5-B89E-7CC0D9C7634E}" dt="2026-01-14T05:16:05.746" v="10"/>
          <pc:sldLayoutMkLst>
            <pc:docMk/>
            <pc:sldMasterMk cId="1449343286" sldId="2147483704"/>
            <pc:sldLayoutMk cId="521932499" sldId="2147483708"/>
          </pc:sldLayoutMkLst>
        </pc:sldLayoutChg>
        <pc:sldLayoutChg chg="add del mod replId">
          <pc:chgData name="Umesh Bitla" userId="505a3b8286548e55" providerId="Windows Live" clId="Web-{726DC30B-A2B2-CCC5-B89E-7CC0D9C7634E}" dt="2026-01-14T05:16:05.746" v="10"/>
          <pc:sldLayoutMkLst>
            <pc:docMk/>
            <pc:sldMasterMk cId="1449343286" sldId="2147483704"/>
            <pc:sldLayoutMk cId="3581424362" sldId="2147483709"/>
          </pc:sldLayoutMkLst>
        </pc:sldLayoutChg>
        <pc:sldLayoutChg chg="add del mod replId">
          <pc:chgData name="Umesh Bitla" userId="505a3b8286548e55" providerId="Windows Live" clId="Web-{726DC30B-A2B2-CCC5-B89E-7CC0D9C7634E}" dt="2026-01-14T05:16:05.746" v="10"/>
          <pc:sldLayoutMkLst>
            <pc:docMk/>
            <pc:sldMasterMk cId="1449343286" sldId="2147483704"/>
            <pc:sldLayoutMk cId="3757183600" sldId="2147483710"/>
          </pc:sldLayoutMkLst>
        </pc:sldLayoutChg>
        <pc:sldLayoutChg chg="add del mod replId">
          <pc:chgData name="Umesh Bitla" userId="505a3b8286548e55" providerId="Windows Live" clId="Web-{726DC30B-A2B2-CCC5-B89E-7CC0D9C7634E}" dt="2026-01-14T05:16:05.746" v="10"/>
          <pc:sldLayoutMkLst>
            <pc:docMk/>
            <pc:sldMasterMk cId="1449343286" sldId="2147483704"/>
            <pc:sldLayoutMk cId="2718923108" sldId="2147483711"/>
          </pc:sldLayoutMkLst>
        </pc:sldLayoutChg>
        <pc:sldLayoutChg chg="add del mod replId">
          <pc:chgData name="Umesh Bitla" userId="505a3b8286548e55" providerId="Windows Live" clId="Web-{726DC30B-A2B2-CCC5-B89E-7CC0D9C7634E}" dt="2026-01-14T05:16:05.746" v="10"/>
          <pc:sldLayoutMkLst>
            <pc:docMk/>
            <pc:sldMasterMk cId="1449343286" sldId="2147483704"/>
            <pc:sldLayoutMk cId="3238085749" sldId="2147483712"/>
          </pc:sldLayoutMkLst>
        </pc:sldLayoutChg>
        <pc:sldLayoutChg chg="add del mod replId">
          <pc:chgData name="Umesh Bitla" userId="505a3b8286548e55" providerId="Windows Live" clId="Web-{726DC30B-A2B2-CCC5-B89E-7CC0D9C7634E}" dt="2026-01-14T05:16:05.746" v="10"/>
          <pc:sldLayoutMkLst>
            <pc:docMk/>
            <pc:sldMasterMk cId="1449343286" sldId="2147483704"/>
            <pc:sldLayoutMk cId="3718022780" sldId="2147483713"/>
          </pc:sldLayoutMkLst>
        </pc:sldLayoutChg>
        <pc:sldLayoutChg chg="add del mod replId">
          <pc:chgData name="Umesh Bitla" userId="505a3b8286548e55" providerId="Windows Live" clId="Web-{726DC30B-A2B2-CCC5-B89E-7CC0D9C7634E}" dt="2026-01-14T05:16:05.746" v="10"/>
          <pc:sldLayoutMkLst>
            <pc:docMk/>
            <pc:sldMasterMk cId="1449343286" sldId="2147483704"/>
            <pc:sldLayoutMk cId="2773547183" sldId="2147483714"/>
          </pc:sldLayoutMkLst>
        </pc:sldLayoutChg>
        <pc:sldLayoutChg chg="add del mod replId">
          <pc:chgData name="Umesh Bitla" userId="505a3b8286548e55" providerId="Windows Live" clId="Web-{726DC30B-A2B2-CCC5-B89E-7CC0D9C7634E}" dt="2026-01-14T05:16:05.746" v="10"/>
          <pc:sldLayoutMkLst>
            <pc:docMk/>
            <pc:sldMasterMk cId="1449343286" sldId="2147483704"/>
            <pc:sldLayoutMk cId="2160019314" sldId="2147483715"/>
          </pc:sldLayoutMkLst>
        </pc:sldLayoutChg>
        <pc:sldLayoutChg chg="add del mod replId">
          <pc:chgData name="Umesh Bitla" userId="505a3b8286548e55" providerId="Windows Live" clId="Web-{726DC30B-A2B2-CCC5-B89E-7CC0D9C7634E}" dt="2026-01-14T05:16:05.746" v="10"/>
          <pc:sldLayoutMkLst>
            <pc:docMk/>
            <pc:sldMasterMk cId="1449343286" sldId="2147483704"/>
            <pc:sldLayoutMk cId="2925639146" sldId="2147483716"/>
          </pc:sldLayoutMkLst>
        </pc:sldLayoutChg>
        <pc:sldLayoutChg chg="add del mod replId">
          <pc:chgData name="Umesh Bitla" userId="505a3b8286548e55" providerId="Windows Live" clId="Web-{726DC30B-A2B2-CCC5-B89E-7CC0D9C7634E}" dt="2026-01-14T05:16:05.746" v="10"/>
          <pc:sldLayoutMkLst>
            <pc:docMk/>
            <pc:sldMasterMk cId="1449343286" sldId="2147483704"/>
            <pc:sldLayoutMk cId="1244058697" sldId="2147483717"/>
          </pc:sldLayoutMkLst>
        </pc:sldLayoutChg>
        <pc:sldLayoutChg chg="add del mod replId">
          <pc:chgData name="Umesh Bitla" userId="505a3b8286548e55" providerId="Windows Live" clId="Web-{726DC30B-A2B2-CCC5-B89E-7CC0D9C7634E}" dt="2026-01-14T05:16:05.746" v="10"/>
          <pc:sldLayoutMkLst>
            <pc:docMk/>
            <pc:sldMasterMk cId="1449343286" sldId="2147483704"/>
            <pc:sldLayoutMk cId="1337715904" sldId="2147483718"/>
          </pc:sldLayoutMkLst>
        </pc:sldLayoutChg>
        <pc:sldLayoutChg chg="add del mod replId">
          <pc:chgData name="Umesh Bitla" userId="505a3b8286548e55" providerId="Windows Live" clId="Web-{726DC30B-A2B2-CCC5-B89E-7CC0D9C7634E}" dt="2026-01-14T05:16:05.746" v="10"/>
          <pc:sldLayoutMkLst>
            <pc:docMk/>
            <pc:sldMasterMk cId="1449343286" sldId="2147483704"/>
            <pc:sldLayoutMk cId="1823307439" sldId="2147483719"/>
          </pc:sldLayoutMkLst>
        </pc:sldLayoutChg>
        <pc:sldLayoutChg chg="add del mod replId">
          <pc:chgData name="Umesh Bitla" userId="505a3b8286548e55" providerId="Windows Live" clId="Web-{726DC30B-A2B2-CCC5-B89E-7CC0D9C7634E}" dt="2026-01-14T05:16:05.746" v="10"/>
          <pc:sldLayoutMkLst>
            <pc:docMk/>
            <pc:sldMasterMk cId="1449343286" sldId="2147483704"/>
            <pc:sldLayoutMk cId="899351272" sldId="2147483720"/>
          </pc:sldLayoutMkLst>
        </pc:sldLayoutChg>
        <pc:sldLayoutChg chg="add del mod replId">
          <pc:chgData name="Umesh Bitla" userId="505a3b8286548e55" providerId="Windows Live" clId="Web-{726DC30B-A2B2-CCC5-B89E-7CC0D9C7634E}" dt="2026-01-14T05:16:05.746" v="10"/>
          <pc:sldLayoutMkLst>
            <pc:docMk/>
            <pc:sldMasterMk cId="1449343286" sldId="2147483704"/>
            <pc:sldLayoutMk cId="2763768030" sldId="2147483721"/>
          </pc:sldLayoutMkLst>
        </pc:sldLayoutChg>
        <pc:sldLayoutChg chg="add del mod replId">
          <pc:chgData name="Umesh Bitla" userId="505a3b8286548e55" providerId="Windows Live" clId="Web-{726DC30B-A2B2-CCC5-B89E-7CC0D9C7634E}" dt="2026-01-14T05:16:05.746" v="10"/>
          <pc:sldLayoutMkLst>
            <pc:docMk/>
            <pc:sldMasterMk cId="1449343286" sldId="2147483704"/>
            <pc:sldLayoutMk cId="3378018302" sldId="2147483722"/>
          </pc:sldLayoutMkLst>
        </pc:sldLayoutChg>
        <pc:sldLayoutChg chg="add del mod replId">
          <pc:chgData name="Umesh Bitla" userId="505a3b8286548e55" providerId="Windows Live" clId="Web-{726DC30B-A2B2-CCC5-B89E-7CC0D9C7634E}" dt="2026-01-14T05:16:05.746" v="10"/>
          <pc:sldLayoutMkLst>
            <pc:docMk/>
            <pc:sldMasterMk cId="1449343286" sldId="2147483704"/>
            <pc:sldLayoutMk cId="4261102394" sldId="2147483723"/>
          </pc:sldLayoutMkLst>
        </pc:sldLayoutChg>
        <pc:sldLayoutChg chg="add del mod replId">
          <pc:chgData name="Umesh Bitla" userId="505a3b8286548e55" providerId="Windows Live" clId="Web-{726DC30B-A2B2-CCC5-B89E-7CC0D9C7634E}" dt="2026-01-14T05:16:05.746" v="10"/>
          <pc:sldLayoutMkLst>
            <pc:docMk/>
            <pc:sldMasterMk cId="1449343286" sldId="2147483704"/>
            <pc:sldLayoutMk cId="657355908" sldId="2147483724"/>
          </pc:sldLayoutMkLst>
        </pc:sldLayoutChg>
        <pc:sldLayoutChg chg="add del mod replId">
          <pc:chgData name="Umesh Bitla" userId="505a3b8286548e55" providerId="Windows Live" clId="Web-{726DC30B-A2B2-CCC5-B89E-7CC0D9C7634E}" dt="2026-01-14T05:16:05.746" v="10"/>
          <pc:sldLayoutMkLst>
            <pc:docMk/>
            <pc:sldMasterMk cId="1449343286" sldId="2147483704"/>
            <pc:sldLayoutMk cId="4032656023" sldId="2147483725"/>
          </pc:sldLayoutMkLst>
        </pc:sldLayoutChg>
        <pc:sldLayoutChg chg="add del mod replId">
          <pc:chgData name="Umesh Bitla" userId="505a3b8286548e55" providerId="Windows Live" clId="Web-{726DC30B-A2B2-CCC5-B89E-7CC0D9C7634E}" dt="2026-01-14T05:16:05.746" v="10"/>
          <pc:sldLayoutMkLst>
            <pc:docMk/>
            <pc:sldMasterMk cId="1449343286" sldId="2147483704"/>
            <pc:sldLayoutMk cId="2083368762" sldId="2147483726"/>
          </pc:sldLayoutMkLst>
        </pc:sldLayoutChg>
        <pc:sldLayoutChg chg="add del mod replId">
          <pc:chgData name="Umesh Bitla" userId="505a3b8286548e55" providerId="Windows Live" clId="Web-{726DC30B-A2B2-CCC5-B89E-7CC0D9C7634E}" dt="2026-01-14T05:16:05.746" v="10"/>
          <pc:sldLayoutMkLst>
            <pc:docMk/>
            <pc:sldMasterMk cId="1449343286" sldId="2147483704"/>
            <pc:sldLayoutMk cId="2424760783" sldId="2147483727"/>
          </pc:sldLayoutMkLst>
        </pc:sldLayoutChg>
        <pc:sldLayoutChg chg="add del mod replId">
          <pc:chgData name="Umesh Bitla" userId="505a3b8286548e55" providerId="Windows Live" clId="Web-{726DC30B-A2B2-CCC5-B89E-7CC0D9C7634E}" dt="2026-01-14T05:16:05.746" v="10"/>
          <pc:sldLayoutMkLst>
            <pc:docMk/>
            <pc:sldMasterMk cId="1449343286" sldId="2147483704"/>
            <pc:sldLayoutMk cId="4218036179" sldId="2147483728"/>
          </pc:sldLayoutMkLst>
        </pc:sldLayoutChg>
      </pc:sldMasterChg>
      <pc:sldMasterChg chg="add del addSldLayout delSldLayout modSldLayout">
        <pc:chgData name="Umesh Bitla" userId="505a3b8286548e55" providerId="Windows Live" clId="Web-{726DC30B-A2B2-CCC5-B89E-7CC0D9C7634E}" dt="2026-01-14T05:16:05.481" v="9"/>
        <pc:sldMasterMkLst>
          <pc:docMk/>
          <pc:sldMasterMk cId="968889083" sldId="2147483729"/>
        </pc:sldMasterMkLst>
        <pc:sldLayoutChg chg="add del mod replId">
          <pc:chgData name="Umesh Bitla" userId="505a3b8286548e55" providerId="Windows Live" clId="Web-{726DC30B-A2B2-CCC5-B89E-7CC0D9C7634E}" dt="2026-01-14T05:16:05.481" v="9"/>
          <pc:sldLayoutMkLst>
            <pc:docMk/>
            <pc:sldMasterMk cId="968889083" sldId="2147483729"/>
            <pc:sldLayoutMk cId="827461839" sldId="2147483730"/>
          </pc:sldLayoutMkLst>
        </pc:sldLayoutChg>
        <pc:sldLayoutChg chg="add del mod replId">
          <pc:chgData name="Umesh Bitla" userId="505a3b8286548e55" providerId="Windows Live" clId="Web-{726DC30B-A2B2-CCC5-B89E-7CC0D9C7634E}" dt="2026-01-14T05:16:05.481" v="9"/>
          <pc:sldLayoutMkLst>
            <pc:docMk/>
            <pc:sldMasterMk cId="968889083" sldId="2147483729"/>
            <pc:sldLayoutMk cId="1981820506" sldId="2147483731"/>
          </pc:sldLayoutMkLst>
        </pc:sldLayoutChg>
        <pc:sldLayoutChg chg="add del mod replId">
          <pc:chgData name="Umesh Bitla" userId="505a3b8286548e55" providerId="Windows Live" clId="Web-{726DC30B-A2B2-CCC5-B89E-7CC0D9C7634E}" dt="2026-01-14T05:16:05.481" v="9"/>
          <pc:sldLayoutMkLst>
            <pc:docMk/>
            <pc:sldMasterMk cId="968889083" sldId="2147483729"/>
            <pc:sldLayoutMk cId="971836726" sldId="2147483732"/>
          </pc:sldLayoutMkLst>
        </pc:sldLayoutChg>
        <pc:sldLayoutChg chg="add del mod replId">
          <pc:chgData name="Umesh Bitla" userId="505a3b8286548e55" providerId="Windows Live" clId="Web-{726DC30B-A2B2-CCC5-B89E-7CC0D9C7634E}" dt="2026-01-14T05:16:05.481" v="9"/>
          <pc:sldLayoutMkLst>
            <pc:docMk/>
            <pc:sldMasterMk cId="968889083" sldId="2147483729"/>
            <pc:sldLayoutMk cId="3969079891" sldId="2147483733"/>
          </pc:sldLayoutMkLst>
        </pc:sldLayoutChg>
        <pc:sldLayoutChg chg="add del mod replId">
          <pc:chgData name="Umesh Bitla" userId="505a3b8286548e55" providerId="Windows Live" clId="Web-{726DC30B-A2B2-CCC5-B89E-7CC0D9C7634E}" dt="2026-01-14T05:16:05.481" v="9"/>
          <pc:sldLayoutMkLst>
            <pc:docMk/>
            <pc:sldMasterMk cId="968889083" sldId="2147483729"/>
            <pc:sldLayoutMk cId="697498303" sldId="2147483734"/>
          </pc:sldLayoutMkLst>
        </pc:sldLayoutChg>
        <pc:sldLayoutChg chg="add del mod replId">
          <pc:chgData name="Umesh Bitla" userId="505a3b8286548e55" providerId="Windows Live" clId="Web-{726DC30B-A2B2-CCC5-B89E-7CC0D9C7634E}" dt="2026-01-14T05:16:05.481" v="9"/>
          <pc:sldLayoutMkLst>
            <pc:docMk/>
            <pc:sldMasterMk cId="968889083" sldId="2147483729"/>
            <pc:sldLayoutMk cId="2557110528" sldId="2147483735"/>
          </pc:sldLayoutMkLst>
        </pc:sldLayoutChg>
        <pc:sldLayoutChg chg="add del mod replId">
          <pc:chgData name="Umesh Bitla" userId="505a3b8286548e55" providerId="Windows Live" clId="Web-{726DC30B-A2B2-CCC5-B89E-7CC0D9C7634E}" dt="2026-01-14T05:16:05.481" v="9"/>
          <pc:sldLayoutMkLst>
            <pc:docMk/>
            <pc:sldMasterMk cId="968889083" sldId="2147483729"/>
            <pc:sldLayoutMk cId="4083854402" sldId="2147483736"/>
          </pc:sldLayoutMkLst>
        </pc:sldLayoutChg>
        <pc:sldLayoutChg chg="add del mod replId">
          <pc:chgData name="Umesh Bitla" userId="505a3b8286548e55" providerId="Windows Live" clId="Web-{726DC30B-A2B2-CCC5-B89E-7CC0D9C7634E}" dt="2026-01-14T05:16:05.481" v="9"/>
          <pc:sldLayoutMkLst>
            <pc:docMk/>
            <pc:sldMasterMk cId="968889083" sldId="2147483729"/>
            <pc:sldLayoutMk cId="347309736" sldId="2147483737"/>
          </pc:sldLayoutMkLst>
        </pc:sldLayoutChg>
        <pc:sldLayoutChg chg="add del mod replId">
          <pc:chgData name="Umesh Bitla" userId="505a3b8286548e55" providerId="Windows Live" clId="Web-{726DC30B-A2B2-CCC5-B89E-7CC0D9C7634E}" dt="2026-01-14T05:16:05.481" v="9"/>
          <pc:sldLayoutMkLst>
            <pc:docMk/>
            <pc:sldMasterMk cId="968889083" sldId="2147483729"/>
            <pc:sldLayoutMk cId="3243860060" sldId="2147483738"/>
          </pc:sldLayoutMkLst>
        </pc:sldLayoutChg>
        <pc:sldLayoutChg chg="add del mod replId">
          <pc:chgData name="Umesh Bitla" userId="505a3b8286548e55" providerId="Windows Live" clId="Web-{726DC30B-A2B2-CCC5-B89E-7CC0D9C7634E}" dt="2026-01-14T05:16:05.481" v="9"/>
          <pc:sldLayoutMkLst>
            <pc:docMk/>
            <pc:sldMasterMk cId="968889083" sldId="2147483729"/>
            <pc:sldLayoutMk cId="489152513" sldId="2147483739"/>
          </pc:sldLayoutMkLst>
        </pc:sldLayoutChg>
        <pc:sldLayoutChg chg="add del mod replId">
          <pc:chgData name="Umesh Bitla" userId="505a3b8286548e55" providerId="Windows Live" clId="Web-{726DC30B-A2B2-CCC5-B89E-7CC0D9C7634E}" dt="2026-01-14T05:16:05.481" v="9"/>
          <pc:sldLayoutMkLst>
            <pc:docMk/>
            <pc:sldMasterMk cId="968889083" sldId="2147483729"/>
            <pc:sldLayoutMk cId="3075821670" sldId="2147483740"/>
          </pc:sldLayoutMkLst>
        </pc:sldLayoutChg>
        <pc:sldLayoutChg chg="add del mod replId">
          <pc:chgData name="Umesh Bitla" userId="505a3b8286548e55" providerId="Windows Live" clId="Web-{726DC30B-A2B2-CCC5-B89E-7CC0D9C7634E}" dt="2026-01-14T05:16:05.481" v="9"/>
          <pc:sldLayoutMkLst>
            <pc:docMk/>
            <pc:sldMasterMk cId="968889083" sldId="2147483729"/>
            <pc:sldLayoutMk cId="2168818554" sldId="2147483741"/>
          </pc:sldLayoutMkLst>
        </pc:sldLayoutChg>
        <pc:sldLayoutChg chg="add del mod replId">
          <pc:chgData name="Umesh Bitla" userId="505a3b8286548e55" providerId="Windows Live" clId="Web-{726DC30B-A2B2-CCC5-B89E-7CC0D9C7634E}" dt="2026-01-14T05:16:05.481" v="9"/>
          <pc:sldLayoutMkLst>
            <pc:docMk/>
            <pc:sldMasterMk cId="968889083" sldId="2147483729"/>
            <pc:sldLayoutMk cId="636404120" sldId="2147483742"/>
          </pc:sldLayoutMkLst>
        </pc:sldLayoutChg>
        <pc:sldLayoutChg chg="add del mod replId">
          <pc:chgData name="Umesh Bitla" userId="505a3b8286548e55" providerId="Windows Live" clId="Web-{726DC30B-A2B2-CCC5-B89E-7CC0D9C7634E}" dt="2026-01-14T05:16:05.481" v="9"/>
          <pc:sldLayoutMkLst>
            <pc:docMk/>
            <pc:sldMasterMk cId="968889083" sldId="2147483729"/>
            <pc:sldLayoutMk cId="3186996634" sldId="2147483743"/>
          </pc:sldLayoutMkLst>
        </pc:sldLayoutChg>
        <pc:sldLayoutChg chg="add del mod replId">
          <pc:chgData name="Umesh Bitla" userId="505a3b8286548e55" providerId="Windows Live" clId="Web-{726DC30B-A2B2-CCC5-B89E-7CC0D9C7634E}" dt="2026-01-14T05:16:05.481" v="9"/>
          <pc:sldLayoutMkLst>
            <pc:docMk/>
            <pc:sldMasterMk cId="968889083" sldId="2147483729"/>
            <pc:sldLayoutMk cId="3952998124" sldId="2147483744"/>
          </pc:sldLayoutMkLst>
        </pc:sldLayoutChg>
        <pc:sldLayoutChg chg="add del mod replId">
          <pc:chgData name="Umesh Bitla" userId="505a3b8286548e55" providerId="Windows Live" clId="Web-{726DC30B-A2B2-CCC5-B89E-7CC0D9C7634E}" dt="2026-01-14T05:16:05.481" v="9"/>
          <pc:sldLayoutMkLst>
            <pc:docMk/>
            <pc:sldMasterMk cId="968889083" sldId="2147483729"/>
            <pc:sldLayoutMk cId="2748283992" sldId="2147483745"/>
          </pc:sldLayoutMkLst>
        </pc:sldLayoutChg>
        <pc:sldLayoutChg chg="add del mod replId">
          <pc:chgData name="Umesh Bitla" userId="505a3b8286548e55" providerId="Windows Live" clId="Web-{726DC30B-A2B2-CCC5-B89E-7CC0D9C7634E}" dt="2026-01-14T05:16:05.481" v="9"/>
          <pc:sldLayoutMkLst>
            <pc:docMk/>
            <pc:sldMasterMk cId="968889083" sldId="2147483729"/>
            <pc:sldLayoutMk cId="3013144105" sldId="2147483746"/>
          </pc:sldLayoutMkLst>
        </pc:sldLayoutChg>
        <pc:sldLayoutChg chg="add del mod replId">
          <pc:chgData name="Umesh Bitla" userId="505a3b8286548e55" providerId="Windows Live" clId="Web-{726DC30B-A2B2-CCC5-B89E-7CC0D9C7634E}" dt="2026-01-14T05:16:05.481" v="9"/>
          <pc:sldLayoutMkLst>
            <pc:docMk/>
            <pc:sldMasterMk cId="968889083" sldId="2147483729"/>
            <pc:sldLayoutMk cId="2571365132" sldId="2147483747"/>
          </pc:sldLayoutMkLst>
        </pc:sldLayoutChg>
      </pc:sldMasterChg>
      <pc:sldMasterChg chg="add del addSldLayout delSldLayout modSldLayout">
        <pc:chgData name="Umesh Bitla" userId="505a3b8286548e55" providerId="Windows Live" clId="Web-{726DC30B-A2B2-CCC5-B89E-7CC0D9C7634E}" dt="2026-01-14T05:16:05.059" v="8"/>
        <pc:sldMasterMkLst>
          <pc:docMk/>
          <pc:sldMasterMk cId="1648290578" sldId="2147483748"/>
        </pc:sldMasterMkLst>
        <pc:sldLayoutChg chg="add del mod replId">
          <pc:chgData name="Umesh Bitla" userId="505a3b8286548e55" providerId="Windows Live" clId="Web-{726DC30B-A2B2-CCC5-B89E-7CC0D9C7634E}" dt="2026-01-14T05:16:05.059" v="8"/>
          <pc:sldLayoutMkLst>
            <pc:docMk/>
            <pc:sldMasterMk cId="1648290578" sldId="2147483748"/>
            <pc:sldLayoutMk cId="1874885705" sldId="2147483749"/>
          </pc:sldLayoutMkLst>
        </pc:sldLayoutChg>
        <pc:sldLayoutChg chg="add del mod replId">
          <pc:chgData name="Umesh Bitla" userId="505a3b8286548e55" providerId="Windows Live" clId="Web-{726DC30B-A2B2-CCC5-B89E-7CC0D9C7634E}" dt="2026-01-14T05:16:05.059" v="8"/>
          <pc:sldLayoutMkLst>
            <pc:docMk/>
            <pc:sldMasterMk cId="1648290578" sldId="2147483748"/>
            <pc:sldLayoutMk cId="85951943" sldId="2147483750"/>
          </pc:sldLayoutMkLst>
        </pc:sldLayoutChg>
        <pc:sldLayoutChg chg="add del mod replId">
          <pc:chgData name="Umesh Bitla" userId="505a3b8286548e55" providerId="Windows Live" clId="Web-{726DC30B-A2B2-CCC5-B89E-7CC0D9C7634E}" dt="2026-01-14T05:16:05.059" v="8"/>
          <pc:sldLayoutMkLst>
            <pc:docMk/>
            <pc:sldMasterMk cId="1648290578" sldId="2147483748"/>
            <pc:sldLayoutMk cId="633791253" sldId="2147483751"/>
          </pc:sldLayoutMkLst>
        </pc:sldLayoutChg>
        <pc:sldLayoutChg chg="add del mod replId">
          <pc:chgData name="Umesh Bitla" userId="505a3b8286548e55" providerId="Windows Live" clId="Web-{726DC30B-A2B2-CCC5-B89E-7CC0D9C7634E}" dt="2026-01-14T05:16:05.059" v="8"/>
          <pc:sldLayoutMkLst>
            <pc:docMk/>
            <pc:sldMasterMk cId="1648290578" sldId="2147483748"/>
            <pc:sldLayoutMk cId="2028264792" sldId="2147483752"/>
          </pc:sldLayoutMkLst>
        </pc:sldLayoutChg>
        <pc:sldLayoutChg chg="add del mod replId">
          <pc:chgData name="Umesh Bitla" userId="505a3b8286548e55" providerId="Windows Live" clId="Web-{726DC30B-A2B2-CCC5-B89E-7CC0D9C7634E}" dt="2026-01-14T05:16:05.059" v="8"/>
          <pc:sldLayoutMkLst>
            <pc:docMk/>
            <pc:sldMasterMk cId="1648290578" sldId="2147483748"/>
            <pc:sldLayoutMk cId="669363284" sldId="2147483753"/>
          </pc:sldLayoutMkLst>
        </pc:sldLayoutChg>
        <pc:sldLayoutChg chg="add del mod replId">
          <pc:chgData name="Umesh Bitla" userId="505a3b8286548e55" providerId="Windows Live" clId="Web-{726DC30B-A2B2-CCC5-B89E-7CC0D9C7634E}" dt="2026-01-14T05:16:05.059" v="8"/>
          <pc:sldLayoutMkLst>
            <pc:docMk/>
            <pc:sldMasterMk cId="1648290578" sldId="2147483748"/>
            <pc:sldLayoutMk cId="797757176" sldId="2147483754"/>
          </pc:sldLayoutMkLst>
        </pc:sldLayoutChg>
        <pc:sldLayoutChg chg="add del mod replId">
          <pc:chgData name="Umesh Bitla" userId="505a3b8286548e55" providerId="Windows Live" clId="Web-{726DC30B-A2B2-CCC5-B89E-7CC0D9C7634E}" dt="2026-01-14T05:16:05.059" v="8"/>
          <pc:sldLayoutMkLst>
            <pc:docMk/>
            <pc:sldMasterMk cId="1648290578" sldId="2147483748"/>
            <pc:sldLayoutMk cId="1205247038" sldId="2147483755"/>
          </pc:sldLayoutMkLst>
        </pc:sldLayoutChg>
        <pc:sldLayoutChg chg="add del mod replId">
          <pc:chgData name="Umesh Bitla" userId="505a3b8286548e55" providerId="Windows Live" clId="Web-{726DC30B-A2B2-CCC5-B89E-7CC0D9C7634E}" dt="2026-01-14T05:16:05.059" v="8"/>
          <pc:sldLayoutMkLst>
            <pc:docMk/>
            <pc:sldMasterMk cId="1648290578" sldId="2147483748"/>
            <pc:sldLayoutMk cId="415519129" sldId="2147483756"/>
          </pc:sldLayoutMkLst>
        </pc:sldLayoutChg>
        <pc:sldLayoutChg chg="add del mod replId">
          <pc:chgData name="Umesh Bitla" userId="505a3b8286548e55" providerId="Windows Live" clId="Web-{726DC30B-A2B2-CCC5-B89E-7CC0D9C7634E}" dt="2026-01-14T05:16:05.059" v="8"/>
          <pc:sldLayoutMkLst>
            <pc:docMk/>
            <pc:sldMasterMk cId="1648290578" sldId="2147483748"/>
            <pc:sldLayoutMk cId="3594342628" sldId="2147483757"/>
          </pc:sldLayoutMkLst>
        </pc:sldLayoutChg>
        <pc:sldLayoutChg chg="add del mod replId">
          <pc:chgData name="Umesh Bitla" userId="505a3b8286548e55" providerId="Windows Live" clId="Web-{726DC30B-A2B2-CCC5-B89E-7CC0D9C7634E}" dt="2026-01-14T05:16:05.059" v="8"/>
          <pc:sldLayoutMkLst>
            <pc:docMk/>
            <pc:sldMasterMk cId="1648290578" sldId="2147483748"/>
            <pc:sldLayoutMk cId="769838915" sldId="2147483758"/>
          </pc:sldLayoutMkLst>
        </pc:sldLayoutChg>
        <pc:sldLayoutChg chg="add del mod replId">
          <pc:chgData name="Umesh Bitla" userId="505a3b8286548e55" providerId="Windows Live" clId="Web-{726DC30B-A2B2-CCC5-B89E-7CC0D9C7634E}" dt="2026-01-14T05:16:05.059" v="8"/>
          <pc:sldLayoutMkLst>
            <pc:docMk/>
            <pc:sldMasterMk cId="1648290578" sldId="2147483748"/>
            <pc:sldLayoutMk cId="2590435659" sldId="2147483759"/>
          </pc:sldLayoutMkLst>
        </pc:sldLayoutChg>
        <pc:sldLayoutChg chg="add del mod replId">
          <pc:chgData name="Umesh Bitla" userId="505a3b8286548e55" providerId="Windows Live" clId="Web-{726DC30B-A2B2-CCC5-B89E-7CC0D9C7634E}" dt="2026-01-14T05:16:05.059" v="8"/>
          <pc:sldLayoutMkLst>
            <pc:docMk/>
            <pc:sldMasterMk cId="1648290578" sldId="2147483748"/>
            <pc:sldLayoutMk cId="1292186982" sldId="2147483760"/>
          </pc:sldLayoutMkLst>
        </pc:sldLayoutChg>
        <pc:sldLayoutChg chg="add del mod replId">
          <pc:chgData name="Umesh Bitla" userId="505a3b8286548e55" providerId="Windows Live" clId="Web-{726DC30B-A2B2-CCC5-B89E-7CC0D9C7634E}" dt="2026-01-14T05:16:05.059" v="8"/>
          <pc:sldLayoutMkLst>
            <pc:docMk/>
            <pc:sldMasterMk cId="1648290578" sldId="2147483748"/>
            <pc:sldLayoutMk cId="1829238290" sldId="2147483761"/>
          </pc:sldLayoutMkLst>
        </pc:sldLayoutChg>
        <pc:sldLayoutChg chg="add del mod replId">
          <pc:chgData name="Umesh Bitla" userId="505a3b8286548e55" providerId="Windows Live" clId="Web-{726DC30B-A2B2-CCC5-B89E-7CC0D9C7634E}" dt="2026-01-14T05:16:05.059" v="8"/>
          <pc:sldLayoutMkLst>
            <pc:docMk/>
            <pc:sldMasterMk cId="1648290578" sldId="2147483748"/>
            <pc:sldLayoutMk cId="2839010989" sldId="2147483762"/>
          </pc:sldLayoutMkLst>
        </pc:sldLayoutChg>
        <pc:sldLayoutChg chg="add del mod replId">
          <pc:chgData name="Umesh Bitla" userId="505a3b8286548e55" providerId="Windows Live" clId="Web-{726DC30B-A2B2-CCC5-B89E-7CC0D9C7634E}" dt="2026-01-14T05:16:05.059" v="8"/>
          <pc:sldLayoutMkLst>
            <pc:docMk/>
            <pc:sldMasterMk cId="1648290578" sldId="2147483748"/>
            <pc:sldLayoutMk cId="59680700" sldId="2147483763"/>
          </pc:sldLayoutMkLst>
        </pc:sldLayoutChg>
        <pc:sldLayoutChg chg="add del mod replId">
          <pc:chgData name="Umesh Bitla" userId="505a3b8286548e55" providerId="Windows Live" clId="Web-{726DC30B-A2B2-CCC5-B89E-7CC0D9C7634E}" dt="2026-01-14T05:16:05.059" v="8"/>
          <pc:sldLayoutMkLst>
            <pc:docMk/>
            <pc:sldMasterMk cId="1648290578" sldId="2147483748"/>
            <pc:sldLayoutMk cId="3604933291" sldId="2147483764"/>
          </pc:sldLayoutMkLst>
        </pc:sldLayoutChg>
        <pc:sldLayoutChg chg="add del mod replId">
          <pc:chgData name="Umesh Bitla" userId="505a3b8286548e55" providerId="Windows Live" clId="Web-{726DC30B-A2B2-CCC5-B89E-7CC0D9C7634E}" dt="2026-01-14T05:16:05.059" v="8"/>
          <pc:sldLayoutMkLst>
            <pc:docMk/>
            <pc:sldMasterMk cId="1648290578" sldId="2147483748"/>
            <pc:sldLayoutMk cId="2871591711" sldId="2147483765"/>
          </pc:sldLayoutMkLst>
        </pc:sldLayoutChg>
        <pc:sldLayoutChg chg="add del mod replId">
          <pc:chgData name="Umesh Bitla" userId="505a3b8286548e55" providerId="Windows Live" clId="Web-{726DC30B-A2B2-CCC5-B89E-7CC0D9C7634E}" dt="2026-01-14T05:16:05.059" v="8"/>
          <pc:sldLayoutMkLst>
            <pc:docMk/>
            <pc:sldMasterMk cId="1648290578" sldId="2147483748"/>
            <pc:sldLayoutMk cId="2789490437" sldId="2147483766"/>
          </pc:sldLayoutMkLst>
        </pc:sldLayoutChg>
      </pc:sldMasterChg>
      <pc:sldMasterChg chg="add del addSldLayout delSldLayout modSldLayout">
        <pc:chgData name="Umesh Bitla" userId="505a3b8286548e55" providerId="Windows Live" clId="Web-{726DC30B-A2B2-CCC5-B89E-7CC0D9C7634E}" dt="2026-01-14T05:16:03.793" v="7"/>
        <pc:sldMasterMkLst>
          <pc:docMk/>
          <pc:sldMasterMk cId="799237262" sldId="2147483767"/>
        </pc:sldMasterMkLst>
        <pc:sldLayoutChg chg="add del mod replId">
          <pc:chgData name="Umesh Bitla" userId="505a3b8286548e55" providerId="Windows Live" clId="Web-{726DC30B-A2B2-CCC5-B89E-7CC0D9C7634E}" dt="2026-01-14T05:16:03.793" v="7"/>
          <pc:sldLayoutMkLst>
            <pc:docMk/>
            <pc:sldMasterMk cId="799237262" sldId="2147483767"/>
            <pc:sldLayoutMk cId="3119652305" sldId="2147483768"/>
          </pc:sldLayoutMkLst>
        </pc:sldLayoutChg>
        <pc:sldLayoutChg chg="add del mod replId">
          <pc:chgData name="Umesh Bitla" userId="505a3b8286548e55" providerId="Windows Live" clId="Web-{726DC30B-A2B2-CCC5-B89E-7CC0D9C7634E}" dt="2026-01-14T05:16:03.793" v="7"/>
          <pc:sldLayoutMkLst>
            <pc:docMk/>
            <pc:sldMasterMk cId="799237262" sldId="2147483767"/>
            <pc:sldLayoutMk cId="1441635451" sldId="2147483769"/>
          </pc:sldLayoutMkLst>
        </pc:sldLayoutChg>
        <pc:sldLayoutChg chg="add del mod replId">
          <pc:chgData name="Umesh Bitla" userId="505a3b8286548e55" providerId="Windows Live" clId="Web-{726DC30B-A2B2-CCC5-B89E-7CC0D9C7634E}" dt="2026-01-14T05:16:03.793" v="7"/>
          <pc:sldLayoutMkLst>
            <pc:docMk/>
            <pc:sldMasterMk cId="799237262" sldId="2147483767"/>
            <pc:sldLayoutMk cId="1992767233" sldId="2147483770"/>
          </pc:sldLayoutMkLst>
        </pc:sldLayoutChg>
        <pc:sldLayoutChg chg="add del mod replId">
          <pc:chgData name="Umesh Bitla" userId="505a3b8286548e55" providerId="Windows Live" clId="Web-{726DC30B-A2B2-CCC5-B89E-7CC0D9C7634E}" dt="2026-01-14T05:16:03.793" v="7"/>
          <pc:sldLayoutMkLst>
            <pc:docMk/>
            <pc:sldMasterMk cId="799237262" sldId="2147483767"/>
            <pc:sldLayoutMk cId="4002535245" sldId="2147483771"/>
          </pc:sldLayoutMkLst>
        </pc:sldLayoutChg>
        <pc:sldLayoutChg chg="add del mod replId">
          <pc:chgData name="Umesh Bitla" userId="505a3b8286548e55" providerId="Windows Live" clId="Web-{726DC30B-A2B2-CCC5-B89E-7CC0D9C7634E}" dt="2026-01-14T05:16:03.793" v="7"/>
          <pc:sldLayoutMkLst>
            <pc:docMk/>
            <pc:sldMasterMk cId="799237262" sldId="2147483767"/>
            <pc:sldLayoutMk cId="3812799199" sldId="2147483772"/>
          </pc:sldLayoutMkLst>
        </pc:sldLayoutChg>
        <pc:sldLayoutChg chg="add del mod replId">
          <pc:chgData name="Umesh Bitla" userId="505a3b8286548e55" providerId="Windows Live" clId="Web-{726DC30B-A2B2-CCC5-B89E-7CC0D9C7634E}" dt="2026-01-14T05:16:03.793" v="7"/>
          <pc:sldLayoutMkLst>
            <pc:docMk/>
            <pc:sldMasterMk cId="799237262" sldId="2147483767"/>
            <pc:sldLayoutMk cId="410482311" sldId="2147483773"/>
          </pc:sldLayoutMkLst>
        </pc:sldLayoutChg>
        <pc:sldLayoutChg chg="add del mod replId">
          <pc:chgData name="Umesh Bitla" userId="505a3b8286548e55" providerId="Windows Live" clId="Web-{726DC30B-A2B2-CCC5-B89E-7CC0D9C7634E}" dt="2026-01-14T05:16:03.793" v="7"/>
          <pc:sldLayoutMkLst>
            <pc:docMk/>
            <pc:sldMasterMk cId="799237262" sldId="2147483767"/>
            <pc:sldLayoutMk cId="3573329971" sldId="2147483774"/>
          </pc:sldLayoutMkLst>
        </pc:sldLayoutChg>
        <pc:sldLayoutChg chg="add del mod replId">
          <pc:chgData name="Umesh Bitla" userId="505a3b8286548e55" providerId="Windows Live" clId="Web-{726DC30B-A2B2-CCC5-B89E-7CC0D9C7634E}" dt="2026-01-14T05:16:03.793" v="7"/>
          <pc:sldLayoutMkLst>
            <pc:docMk/>
            <pc:sldMasterMk cId="799237262" sldId="2147483767"/>
            <pc:sldLayoutMk cId="1425460534" sldId="2147483775"/>
          </pc:sldLayoutMkLst>
        </pc:sldLayoutChg>
        <pc:sldLayoutChg chg="add del mod replId">
          <pc:chgData name="Umesh Bitla" userId="505a3b8286548e55" providerId="Windows Live" clId="Web-{726DC30B-A2B2-CCC5-B89E-7CC0D9C7634E}" dt="2026-01-14T05:16:03.793" v="7"/>
          <pc:sldLayoutMkLst>
            <pc:docMk/>
            <pc:sldMasterMk cId="799237262" sldId="2147483767"/>
            <pc:sldLayoutMk cId="577299887" sldId="2147483776"/>
          </pc:sldLayoutMkLst>
        </pc:sldLayoutChg>
        <pc:sldLayoutChg chg="add del mod replId">
          <pc:chgData name="Umesh Bitla" userId="505a3b8286548e55" providerId="Windows Live" clId="Web-{726DC30B-A2B2-CCC5-B89E-7CC0D9C7634E}" dt="2026-01-14T05:16:03.793" v="7"/>
          <pc:sldLayoutMkLst>
            <pc:docMk/>
            <pc:sldMasterMk cId="799237262" sldId="2147483767"/>
            <pc:sldLayoutMk cId="2559714677" sldId="2147483777"/>
          </pc:sldLayoutMkLst>
        </pc:sldLayoutChg>
        <pc:sldLayoutChg chg="add del mod replId">
          <pc:chgData name="Umesh Bitla" userId="505a3b8286548e55" providerId="Windows Live" clId="Web-{726DC30B-A2B2-CCC5-B89E-7CC0D9C7634E}" dt="2026-01-14T05:16:03.793" v="7"/>
          <pc:sldLayoutMkLst>
            <pc:docMk/>
            <pc:sldMasterMk cId="799237262" sldId="2147483767"/>
            <pc:sldLayoutMk cId="2396557029" sldId="2147483778"/>
          </pc:sldLayoutMkLst>
        </pc:sldLayoutChg>
        <pc:sldLayoutChg chg="add del mod replId">
          <pc:chgData name="Umesh Bitla" userId="505a3b8286548e55" providerId="Windows Live" clId="Web-{726DC30B-A2B2-CCC5-B89E-7CC0D9C7634E}" dt="2026-01-14T05:16:03.793" v="7"/>
          <pc:sldLayoutMkLst>
            <pc:docMk/>
            <pc:sldMasterMk cId="799237262" sldId="2147483767"/>
            <pc:sldLayoutMk cId="3437506605" sldId="2147483779"/>
          </pc:sldLayoutMkLst>
        </pc:sldLayoutChg>
        <pc:sldLayoutChg chg="add del mod replId">
          <pc:chgData name="Umesh Bitla" userId="505a3b8286548e55" providerId="Windows Live" clId="Web-{726DC30B-A2B2-CCC5-B89E-7CC0D9C7634E}" dt="2026-01-14T05:16:03.793" v="7"/>
          <pc:sldLayoutMkLst>
            <pc:docMk/>
            <pc:sldMasterMk cId="799237262" sldId="2147483767"/>
            <pc:sldLayoutMk cId="1193510357" sldId="2147483780"/>
          </pc:sldLayoutMkLst>
        </pc:sldLayoutChg>
        <pc:sldLayoutChg chg="add del mod replId">
          <pc:chgData name="Umesh Bitla" userId="505a3b8286548e55" providerId="Windows Live" clId="Web-{726DC30B-A2B2-CCC5-B89E-7CC0D9C7634E}" dt="2026-01-14T05:16:03.793" v="7"/>
          <pc:sldLayoutMkLst>
            <pc:docMk/>
            <pc:sldMasterMk cId="799237262" sldId="2147483767"/>
            <pc:sldLayoutMk cId="2845297033" sldId="2147483781"/>
          </pc:sldLayoutMkLst>
        </pc:sldLayoutChg>
        <pc:sldLayoutChg chg="add del mod replId">
          <pc:chgData name="Umesh Bitla" userId="505a3b8286548e55" providerId="Windows Live" clId="Web-{726DC30B-A2B2-CCC5-B89E-7CC0D9C7634E}" dt="2026-01-14T05:16:03.793" v="7"/>
          <pc:sldLayoutMkLst>
            <pc:docMk/>
            <pc:sldMasterMk cId="799237262" sldId="2147483767"/>
            <pc:sldLayoutMk cId="1916673630" sldId="2147483782"/>
          </pc:sldLayoutMkLst>
        </pc:sldLayoutChg>
        <pc:sldLayoutChg chg="add del mod replId">
          <pc:chgData name="Umesh Bitla" userId="505a3b8286548e55" providerId="Windows Live" clId="Web-{726DC30B-A2B2-CCC5-B89E-7CC0D9C7634E}" dt="2026-01-14T05:16:03.793" v="7"/>
          <pc:sldLayoutMkLst>
            <pc:docMk/>
            <pc:sldMasterMk cId="799237262" sldId="2147483767"/>
            <pc:sldLayoutMk cId="3971358887" sldId="2147483783"/>
          </pc:sldLayoutMkLst>
        </pc:sldLayoutChg>
        <pc:sldLayoutChg chg="add del mod replId">
          <pc:chgData name="Umesh Bitla" userId="505a3b8286548e55" providerId="Windows Live" clId="Web-{726DC30B-A2B2-CCC5-B89E-7CC0D9C7634E}" dt="2026-01-14T05:16:03.793" v="7"/>
          <pc:sldLayoutMkLst>
            <pc:docMk/>
            <pc:sldMasterMk cId="799237262" sldId="2147483767"/>
            <pc:sldLayoutMk cId="1086697962" sldId="2147483784"/>
          </pc:sldLayoutMkLst>
        </pc:sldLayoutChg>
        <pc:sldLayoutChg chg="add del mod replId">
          <pc:chgData name="Umesh Bitla" userId="505a3b8286548e55" providerId="Windows Live" clId="Web-{726DC30B-A2B2-CCC5-B89E-7CC0D9C7634E}" dt="2026-01-14T05:16:03.793" v="7"/>
          <pc:sldLayoutMkLst>
            <pc:docMk/>
            <pc:sldMasterMk cId="799237262" sldId="2147483767"/>
            <pc:sldLayoutMk cId="160365388" sldId="2147483785"/>
          </pc:sldLayoutMkLst>
        </pc:sldLayoutChg>
      </pc:sldMasterChg>
      <pc:sldMasterChg chg="add del addSldLayout delSldLayout modSldLayout">
        <pc:chgData name="Umesh Bitla" userId="505a3b8286548e55" providerId="Windows Live" clId="Web-{726DC30B-A2B2-CCC5-B89E-7CC0D9C7634E}" dt="2026-01-14T05:16:02.762" v="6"/>
        <pc:sldMasterMkLst>
          <pc:docMk/>
          <pc:sldMasterMk cId="1695894348" sldId="2147483786"/>
        </pc:sldMasterMkLst>
        <pc:sldLayoutChg chg="add del mod replId">
          <pc:chgData name="Umesh Bitla" userId="505a3b8286548e55" providerId="Windows Live" clId="Web-{726DC30B-A2B2-CCC5-B89E-7CC0D9C7634E}" dt="2026-01-14T05:16:02.762" v="6"/>
          <pc:sldLayoutMkLst>
            <pc:docMk/>
            <pc:sldMasterMk cId="1695894348" sldId="2147483786"/>
            <pc:sldLayoutMk cId="2956720954" sldId="2147483787"/>
          </pc:sldLayoutMkLst>
        </pc:sldLayoutChg>
        <pc:sldLayoutChg chg="add del mod replId">
          <pc:chgData name="Umesh Bitla" userId="505a3b8286548e55" providerId="Windows Live" clId="Web-{726DC30B-A2B2-CCC5-B89E-7CC0D9C7634E}" dt="2026-01-14T05:16:02.762" v="6"/>
          <pc:sldLayoutMkLst>
            <pc:docMk/>
            <pc:sldMasterMk cId="1695894348" sldId="2147483786"/>
            <pc:sldLayoutMk cId="3889897846" sldId="2147483788"/>
          </pc:sldLayoutMkLst>
        </pc:sldLayoutChg>
        <pc:sldLayoutChg chg="add del mod replId">
          <pc:chgData name="Umesh Bitla" userId="505a3b8286548e55" providerId="Windows Live" clId="Web-{726DC30B-A2B2-CCC5-B89E-7CC0D9C7634E}" dt="2026-01-14T05:16:02.762" v="6"/>
          <pc:sldLayoutMkLst>
            <pc:docMk/>
            <pc:sldMasterMk cId="1695894348" sldId="2147483786"/>
            <pc:sldLayoutMk cId="365591488" sldId="2147483789"/>
          </pc:sldLayoutMkLst>
        </pc:sldLayoutChg>
        <pc:sldLayoutChg chg="add del mod replId">
          <pc:chgData name="Umesh Bitla" userId="505a3b8286548e55" providerId="Windows Live" clId="Web-{726DC30B-A2B2-CCC5-B89E-7CC0D9C7634E}" dt="2026-01-14T05:16:02.762" v="6"/>
          <pc:sldLayoutMkLst>
            <pc:docMk/>
            <pc:sldMasterMk cId="1695894348" sldId="2147483786"/>
            <pc:sldLayoutMk cId="426939383" sldId="2147483790"/>
          </pc:sldLayoutMkLst>
        </pc:sldLayoutChg>
        <pc:sldLayoutChg chg="add del mod replId">
          <pc:chgData name="Umesh Bitla" userId="505a3b8286548e55" providerId="Windows Live" clId="Web-{726DC30B-A2B2-CCC5-B89E-7CC0D9C7634E}" dt="2026-01-14T05:16:02.762" v="6"/>
          <pc:sldLayoutMkLst>
            <pc:docMk/>
            <pc:sldMasterMk cId="1695894348" sldId="2147483786"/>
            <pc:sldLayoutMk cId="542495183" sldId="2147483791"/>
          </pc:sldLayoutMkLst>
        </pc:sldLayoutChg>
        <pc:sldLayoutChg chg="add del mod replId">
          <pc:chgData name="Umesh Bitla" userId="505a3b8286548e55" providerId="Windows Live" clId="Web-{726DC30B-A2B2-CCC5-B89E-7CC0D9C7634E}" dt="2026-01-14T05:16:02.762" v="6"/>
          <pc:sldLayoutMkLst>
            <pc:docMk/>
            <pc:sldMasterMk cId="1695894348" sldId="2147483786"/>
            <pc:sldLayoutMk cId="3131042146" sldId="2147483792"/>
          </pc:sldLayoutMkLst>
        </pc:sldLayoutChg>
        <pc:sldLayoutChg chg="add del mod replId">
          <pc:chgData name="Umesh Bitla" userId="505a3b8286548e55" providerId="Windows Live" clId="Web-{726DC30B-A2B2-CCC5-B89E-7CC0D9C7634E}" dt="2026-01-14T05:16:02.762" v="6"/>
          <pc:sldLayoutMkLst>
            <pc:docMk/>
            <pc:sldMasterMk cId="1695894348" sldId="2147483786"/>
            <pc:sldLayoutMk cId="1935795498" sldId="2147483793"/>
          </pc:sldLayoutMkLst>
        </pc:sldLayoutChg>
        <pc:sldLayoutChg chg="add del mod replId">
          <pc:chgData name="Umesh Bitla" userId="505a3b8286548e55" providerId="Windows Live" clId="Web-{726DC30B-A2B2-CCC5-B89E-7CC0D9C7634E}" dt="2026-01-14T05:16:02.762" v="6"/>
          <pc:sldLayoutMkLst>
            <pc:docMk/>
            <pc:sldMasterMk cId="1695894348" sldId="2147483786"/>
            <pc:sldLayoutMk cId="3686869210" sldId="2147483794"/>
          </pc:sldLayoutMkLst>
        </pc:sldLayoutChg>
        <pc:sldLayoutChg chg="add del mod replId">
          <pc:chgData name="Umesh Bitla" userId="505a3b8286548e55" providerId="Windows Live" clId="Web-{726DC30B-A2B2-CCC5-B89E-7CC0D9C7634E}" dt="2026-01-14T05:16:02.762" v="6"/>
          <pc:sldLayoutMkLst>
            <pc:docMk/>
            <pc:sldMasterMk cId="1695894348" sldId="2147483786"/>
            <pc:sldLayoutMk cId="993774749" sldId="2147483795"/>
          </pc:sldLayoutMkLst>
        </pc:sldLayoutChg>
        <pc:sldLayoutChg chg="add del mod replId">
          <pc:chgData name="Umesh Bitla" userId="505a3b8286548e55" providerId="Windows Live" clId="Web-{726DC30B-A2B2-CCC5-B89E-7CC0D9C7634E}" dt="2026-01-14T05:16:02.762" v="6"/>
          <pc:sldLayoutMkLst>
            <pc:docMk/>
            <pc:sldMasterMk cId="1695894348" sldId="2147483786"/>
            <pc:sldLayoutMk cId="2672521543" sldId="2147483796"/>
          </pc:sldLayoutMkLst>
        </pc:sldLayoutChg>
        <pc:sldLayoutChg chg="add del mod replId">
          <pc:chgData name="Umesh Bitla" userId="505a3b8286548e55" providerId="Windows Live" clId="Web-{726DC30B-A2B2-CCC5-B89E-7CC0D9C7634E}" dt="2026-01-14T05:16:02.762" v="6"/>
          <pc:sldLayoutMkLst>
            <pc:docMk/>
            <pc:sldMasterMk cId="1695894348" sldId="2147483786"/>
            <pc:sldLayoutMk cId="2323667968" sldId="2147483797"/>
          </pc:sldLayoutMkLst>
        </pc:sldLayoutChg>
        <pc:sldLayoutChg chg="add del mod replId">
          <pc:chgData name="Umesh Bitla" userId="505a3b8286548e55" providerId="Windows Live" clId="Web-{726DC30B-A2B2-CCC5-B89E-7CC0D9C7634E}" dt="2026-01-14T05:16:02.762" v="6"/>
          <pc:sldLayoutMkLst>
            <pc:docMk/>
            <pc:sldMasterMk cId="1695894348" sldId="2147483786"/>
            <pc:sldLayoutMk cId="1834165834" sldId="2147483798"/>
          </pc:sldLayoutMkLst>
        </pc:sldLayoutChg>
        <pc:sldLayoutChg chg="add del mod replId">
          <pc:chgData name="Umesh Bitla" userId="505a3b8286548e55" providerId="Windows Live" clId="Web-{726DC30B-A2B2-CCC5-B89E-7CC0D9C7634E}" dt="2026-01-14T05:16:02.762" v="6"/>
          <pc:sldLayoutMkLst>
            <pc:docMk/>
            <pc:sldMasterMk cId="1695894348" sldId="2147483786"/>
            <pc:sldLayoutMk cId="80741315" sldId="2147483799"/>
          </pc:sldLayoutMkLst>
        </pc:sldLayoutChg>
        <pc:sldLayoutChg chg="add del mod replId">
          <pc:chgData name="Umesh Bitla" userId="505a3b8286548e55" providerId="Windows Live" clId="Web-{726DC30B-A2B2-CCC5-B89E-7CC0D9C7634E}" dt="2026-01-14T05:16:02.762" v="6"/>
          <pc:sldLayoutMkLst>
            <pc:docMk/>
            <pc:sldMasterMk cId="1695894348" sldId="2147483786"/>
            <pc:sldLayoutMk cId="767279555" sldId="2147483800"/>
          </pc:sldLayoutMkLst>
        </pc:sldLayoutChg>
        <pc:sldLayoutChg chg="add del mod replId">
          <pc:chgData name="Umesh Bitla" userId="505a3b8286548e55" providerId="Windows Live" clId="Web-{726DC30B-A2B2-CCC5-B89E-7CC0D9C7634E}" dt="2026-01-14T05:16:02.762" v="6"/>
          <pc:sldLayoutMkLst>
            <pc:docMk/>
            <pc:sldMasterMk cId="1695894348" sldId="2147483786"/>
            <pc:sldLayoutMk cId="1350693639" sldId="2147483801"/>
          </pc:sldLayoutMkLst>
        </pc:sldLayoutChg>
        <pc:sldLayoutChg chg="add del mod replId">
          <pc:chgData name="Umesh Bitla" userId="505a3b8286548e55" providerId="Windows Live" clId="Web-{726DC30B-A2B2-CCC5-B89E-7CC0D9C7634E}" dt="2026-01-14T05:16:02.762" v="6"/>
          <pc:sldLayoutMkLst>
            <pc:docMk/>
            <pc:sldMasterMk cId="1695894348" sldId="2147483786"/>
            <pc:sldLayoutMk cId="2330091942" sldId="2147483802"/>
          </pc:sldLayoutMkLst>
        </pc:sldLayoutChg>
        <pc:sldLayoutChg chg="add del mod replId">
          <pc:chgData name="Umesh Bitla" userId="505a3b8286548e55" providerId="Windows Live" clId="Web-{726DC30B-A2B2-CCC5-B89E-7CC0D9C7634E}" dt="2026-01-14T05:16:02.762" v="6"/>
          <pc:sldLayoutMkLst>
            <pc:docMk/>
            <pc:sldMasterMk cId="1695894348" sldId="2147483786"/>
            <pc:sldLayoutMk cId="104605406" sldId="2147483803"/>
          </pc:sldLayoutMkLst>
        </pc:sldLayoutChg>
        <pc:sldLayoutChg chg="add del mod replId">
          <pc:chgData name="Umesh Bitla" userId="505a3b8286548e55" providerId="Windows Live" clId="Web-{726DC30B-A2B2-CCC5-B89E-7CC0D9C7634E}" dt="2026-01-14T05:16:02.762" v="6"/>
          <pc:sldLayoutMkLst>
            <pc:docMk/>
            <pc:sldMasterMk cId="1695894348" sldId="2147483786"/>
            <pc:sldLayoutMk cId="2127524626" sldId="2147483804"/>
          </pc:sldLayoutMkLst>
        </pc:sldLayoutChg>
      </pc:sldMasterChg>
    </pc:docChg>
  </pc:docChgLst>
  <pc:docChgLst>
    <pc:chgData name="Umesh Bitla" userId="505a3b8286548e55" providerId="Windows Live" clId="Web-{A599685C-712E-43D2-AFF5-89917DA2014F}"/>
    <pc:docChg chg="addSld delSld modSld">
      <pc:chgData name="Umesh Bitla" userId="505a3b8286548e55" providerId="Windows Live" clId="Web-{A599685C-712E-43D2-AFF5-89917DA2014F}" dt="2026-01-13T15:22:09.987" v="504" actId="20577"/>
      <pc:docMkLst>
        <pc:docMk/>
      </pc:docMkLst>
      <pc:sldChg chg="modSp">
        <pc:chgData name="Umesh Bitla" userId="505a3b8286548e55" providerId="Windows Live" clId="Web-{A599685C-712E-43D2-AFF5-89917DA2014F}" dt="2026-01-13T14:58:26.446" v="437" actId="20577"/>
        <pc:sldMkLst>
          <pc:docMk/>
          <pc:sldMk cId="2259308896" sldId="256"/>
        </pc:sldMkLst>
        <pc:spChg chg="mod">
          <ac:chgData name="Umesh Bitla" userId="505a3b8286548e55" providerId="Windows Live" clId="Web-{A599685C-712E-43D2-AFF5-89917DA2014F}" dt="2026-01-13T14:58:26.446" v="437" actId="20577"/>
          <ac:spMkLst>
            <pc:docMk/>
            <pc:sldMk cId="2259308896" sldId="256"/>
            <ac:spMk id="3" creationId="{A068D447-28D3-4F5F-B2DC-FD67E9015868}"/>
          </ac:spMkLst>
        </pc:spChg>
      </pc:sldChg>
      <pc:sldChg chg="modSp">
        <pc:chgData name="Umesh Bitla" userId="505a3b8286548e55" providerId="Windows Live" clId="Web-{A599685C-712E-43D2-AFF5-89917DA2014F}" dt="2026-01-13T14:47:56.993" v="90" actId="20577"/>
        <pc:sldMkLst>
          <pc:docMk/>
          <pc:sldMk cId="2130595336" sldId="336"/>
        </pc:sldMkLst>
        <pc:spChg chg="mod">
          <ac:chgData name="Umesh Bitla" userId="505a3b8286548e55" providerId="Windows Live" clId="Web-{A599685C-712E-43D2-AFF5-89917DA2014F}" dt="2026-01-13T14:47:56.993" v="90" actId="20577"/>
          <ac:spMkLst>
            <pc:docMk/>
            <pc:sldMk cId="2130595336" sldId="336"/>
            <ac:spMk id="41" creationId="{AB0FF8CA-EE35-46AC-9CFA-C5C91CBF5CAE}"/>
          </ac:spMkLst>
        </pc:spChg>
      </pc:sldChg>
      <pc:sldChg chg="modSp">
        <pc:chgData name="Umesh Bitla" userId="505a3b8286548e55" providerId="Windows Live" clId="Web-{A599685C-712E-43D2-AFF5-89917DA2014F}" dt="2026-01-13T14:55:49.287" v="406" actId="20577"/>
        <pc:sldMkLst>
          <pc:docMk/>
          <pc:sldMk cId="520594114" sldId="337"/>
        </pc:sldMkLst>
        <pc:spChg chg="mod">
          <ac:chgData name="Umesh Bitla" userId="505a3b8286548e55" providerId="Windows Live" clId="Web-{A599685C-712E-43D2-AFF5-89917DA2014F}" dt="2026-01-13T14:55:49.287" v="406" actId="20577"/>
          <ac:spMkLst>
            <pc:docMk/>
            <pc:sldMk cId="520594114" sldId="337"/>
            <ac:spMk id="2" creationId="{378C802F-C74D-41A2-8127-19D4F8EE42F4}"/>
          </ac:spMkLst>
        </pc:spChg>
        <pc:spChg chg="mod">
          <ac:chgData name="Umesh Bitla" userId="505a3b8286548e55" providerId="Windows Live" clId="Web-{A599685C-712E-43D2-AFF5-89917DA2014F}" dt="2026-01-13T14:55:17.396" v="404" actId="20577"/>
          <ac:spMkLst>
            <pc:docMk/>
            <pc:sldMk cId="520594114" sldId="337"/>
            <ac:spMk id="37" creationId="{E4A54726-4483-4264-B2EC-04C460B0BD95}"/>
          </ac:spMkLst>
        </pc:spChg>
      </pc:sldChg>
      <pc:sldChg chg="del">
        <pc:chgData name="Umesh Bitla" userId="505a3b8286548e55" providerId="Windows Live" clId="Web-{A599685C-712E-43D2-AFF5-89917DA2014F}" dt="2026-01-13T15:02:00.979" v="438"/>
        <pc:sldMkLst>
          <pc:docMk/>
          <pc:sldMk cId="3580731130" sldId="338"/>
        </pc:sldMkLst>
      </pc:sldChg>
      <pc:sldChg chg="modSp new">
        <pc:chgData name="Umesh Bitla" userId="505a3b8286548e55" providerId="Windows Live" clId="Web-{A599685C-712E-43D2-AFF5-89917DA2014F}" dt="2026-01-13T15:06:45.883" v="460" actId="20577"/>
        <pc:sldMkLst>
          <pc:docMk/>
          <pc:sldMk cId="2643440337" sldId="343"/>
        </pc:sldMkLst>
        <pc:spChg chg="mod">
          <ac:chgData name="Umesh Bitla" userId="505a3b8286548e55" providerId="Windows Live" clId="Web-{A599685C-712E-43D2-AFF5-89917DA2014F}" dt="2026-01-13T15:03:12.980" v="446" actId="20577"/>
          <ac:spMkLst>
            <pc:docMk/>
            <pc:sldMk cId="2643440337" sldId="343"/>
            <ac:spMk id="2" creationId="{3A93203E-97F2-8C25-E924-451E3E65E877}"/>
          </ac:spMkLst>
        </pc:spChg>
        <pc:spChg chg="mod">
          <ac:chgData name="Umesh Bitla" userId="505a3b8286548e55" providerId="Windows Live" clId="Web-{A599685C-712E-43D2-AFF5-89917DA2014F}" dt="2026-01-13T15:06:45.883" v="460" actId="20577"/>
          <ac:spMkLst>
            <pc:docMk/>
            <pc:sldMk cId="2643440337" sldId="343"/>
            <ac:spMk id="4" creationId="{74AFAD3F-82C1-1913-0D0F-66C99DB3047C}"/>
          </ac:spMkLst>
        </pc:spChg>
      </pc:sldChg>
      <pc:sldChg chg="addSp delSp modSp new mod setBg">
        <pc:chgData name="Umesh Bitla" userId="505a3b8286548e55" providerId="Windows Live" clId="Web-{A599685C-712E-43D2-AFF5-89917DA2014F}" dt="2026-01-13T15:22:09.987" v="504" actId="20577"/>
        <pc:sldMkLst>
          <pc:docMk/>
          <pc:sldMk cId="788935733" sldId="344"/>
        </pc:sldMkLst>
        <pc:spChg chg="mod">
          <ac:chgData name="Umesh Bitla" userId="505a3b8286548e55" providerId="Windows Live" clId="Web-{A599685C-712E-43D2-AFF5-89917DA2014F}" dt="2026-01-13T15:22:09.987" v="504" actId="20577"/>
          <ac:spMkLst>
            <pc:docMk/>
            <pc:sldMk cId="788935733" sldId="344"/>
            <ac:spMk id="2" creationId="{133AB614-2F99-AE22-46FA-D693D45B4DD7}"/>
          </ac:spMkLst>
        </pc:spChg>
        <pc:spChg chg="add del">
          <ac:chgData name="Umesh Bitla" userId="505a3b8286548e55" providerId="Windows Live" clId="Web-{A599685C-712E-43D2-AFF5-89917DA2014F}" dt="2026-01-13T15:16:12.289" v="482"/>
          <ac:spMkLst>
            <pc:docMk/>
            <pc:sldMk cId="788935733" sldId="344"/>
            <ac:spMk id="3" creationId="{19BEAAD0-FA63-0831-01AD-674C823B044C}"/>
          </ac:spMkLst>
        </pc:spChg>
        <pc:spChg chg="del">
          <ac:chgData name="Umesh Bitla" userId="505a3b8286548e55" providerId="Windows Live" clId="Web-{A599685C-712E-43D2-AFF5-89917DA2014F}" dt="2026-01-13T15:12:30.827" v="475"/>
          <ac:spMkLst>
            <pc:docMk/>
            <pc:sldMk cId="788935733" sldId="344"/>
            <ac:spMk id="4" creationId="{D1F7CCBC-B1C3-B00C-2707-824459D24478}"/>
          </ac:spMkLst>
        </pc:spChg>
        <pc:spChg chg="add del">
          <ac:chgData name="Umesh Bitla" userId="505a3b8286548e55" providerId="Windows Live" clId="Web-{A599685C-712E-43D2-AFF5-89917DA2014F}" dt="2026-01-13T15:14:53.255" v="477"/>
          <ac:spMkLst>
            <pc:docMk/>
            <pc:sldMk cId="788935733" sldId="344"/>
            <ac:spMk id="11" creationId="{1E94681D-2A4C-4A8D-B9B5-31D440D0328D}"/>
          </ac:spMkLst>
        </pc:spChg>
        <pc:spChg chg="add del">
          <ac:chgData name="Umesh Bitla" userId="505a3b8286548e55" providerId="Windows Live" clId="Web-{A599685C-712E-43D2-AFF5-89917DA2014F}" dt="2026-01-13T15:14:53.255" v="477"/>
          <ac:spMkLst>
            <pc:docMk/>
            <pc:sldMk cId="788935733" sldId="344"/>
            <ac:spMk id="13" creationId="{685B1578-9B95-463A-91DE-797A98F7E96A}"/>
          </ac:spMkLst>
        </pc:spChg>
        <pc:spChg chg="add del">
          <ac:chgData name="Umesh Bitla" userId="505a3b8286548e55" providerId="Windows Live" clId="Web-{A599685C-712E-43D2-AFF5-89917DA2014F}" dt="2026-01-13T15:15:30.569" v="479"/>
          <ac:spMkLst>
            <pc:docMk/>
            <pc:sldMk cId="788935733" sldId="344"/>
            <ac:spMk id="14" creationId="{1E94681D-2A4C-4A8D-B9B5-31D440D0328D}"/>
          </ac:spMkLst>
        </pc:spChg>
        <pc:spChg chg="add del">
          <ac:chgData name="Umesh Bitla" userId="505a3b8286548e55" providerId="Windows Live" clId="Web-{A599685C-712E-43D2-AFF5-89917DA2014F}" dt="2026-01-13T15:14:53.255" v="477"/>
          <ac:spMkLst>
            <pc:docMk/>
            <pc:sldMk cId="788935733" sldId="344"/>
            <ac:spMk id="15" creationId="{B7753F1F-C532-475B-BE0D-7359EB6F86EF}"/>
          </ac:spMkLst>
        </pc:spChg>
        <pc:spChg chg="add del">
          <ac:chgData name="Umesh Bitla" userId="505a3b8286548e55" providerId="Windows Live" clId="Web-{A599685C-712E-43D2-AFF5-89917DA2014F}" dt="2026-01-13T15:15:30.569" v="479"/>
          <ac:spMkLst>
            <pc:docMk/>
            <pc:sldMk cId="788935733" sldId="344"/>
            <ac:spMk id="16" creationId="{04B7AC44-1B7B-4F09-9AA4-3DFDEC5751A8}"/>
          </ac:spMkLst>
        </pc:spChg>
        <pc:spChg chg="add del">
          <ac:chgData name="Umesh Bitla" userId="505a3b8286548e55" providerId="Windows Live" clId="Web-{A599685C-712E-43D2-AFF5-89917DA2014F}" dt="2026-01-13T15:14:53.255" v="477"/>
          <ac:spMkLst>
            <pc:docMk/>
            <pc:sldMk cId="788935733" sldId="344"/>
            <ac:spMk id="17" creationId="{A2AD6B69-E0A0-476D-9EE1-6B69F04C59F8}"/>
          </ac:spMkLst>
        </pc:spChg>
        <pc:spChg chg="add del">
          <ac:chgData name="Umesh Bitla" userId="505a3b8286548e55" providerId="Windows Live" clId="Web-{A599685C-712E-43D2-AFF5-89917DA2014F}" dt="2026-01-13T15:15:30.569" v="479"/>
          <ac:spMkLst>
            <pc:docMk/>
            <pc:sldMk cId="788935733" sldId="344"/>
            <ac:spMk id="18" creationId="{6683E473-94FF-4ACE-9433-1F14799E8907}"/>
          </ac:spMkLst>
        </pc:spChg>
        <pc:spChg chg="add del">
          <ac:chgData name="Umesh Bitla" userId="505a3b8286548e55" providerId="Windows Live" clId="Web-{A599685C-712E-43D2-AFF5-89917DA2014F}" dt="2026-01-13T15:14:53.255" v="477"/>
          <ac:spMkLst>
            <pc:docMk/>
            <pc:sldMk cId="788935733" sldId="344"/>
            <ac:spMk id="19" creationId="{16BE10A1-AD5F-4AB3-8A94-41D62B494ADB}"/>
          </ac:spMkLst>
        </pc:spChg>
        <pc:spChg chg="add del">
          <ac:chgData name="Umesh Bitla" userId="505a3b8286548e55" providerId="Windows Live" clId="Web-{A599685C-712E-43D2-AFF5-89917DA2014F}" dt="2026-01-13T15:15:30.569" v="479"/>
          <ac:spMkLst>
            <pc:docMk/>
            <pc:sldMk cId="788935733" sldId="344"/>
            <ac:spMk id="20" creationId="{AEE537B6-098D-494F-9A54-F22CD09775CD}"/>
          </ac:spMkLst>
        </pc:spChg>
        <pc:spChg chg="add del">
          <ac:chgData name="Umesh Bitla" userId="505a3b8286548e55" providerId="Windows Live" clId="Web-{A599685C-712E-43D2-AFF5-89917DA2014F}" dt="2026-01-13T15:14:53.255" v="477"/>
          <ac:spMkLst>
            <pc:docMk/>
            <pc:sldMk cId="788935733" sldId="344"/>
            <ac:spMk id="21" creationId="{5684BFFE-6A90-4311-ACD5-B34177D46462}"/>
          </ac:spMkLst>
        </pc:spChg>
        <pc:spChg chg="add del">
          <ac:chgData name="Umesh Bitla" userId="505a3b8286548e55" providerId="Windows Live" clId="Web-{A599685C-712E-43D2-AFF5-89917DA2014F}" dt="2026-01-13T15:15:30.569" v="479"/>
          <ac:spMkLst>
            <pc:docMk/>
            <pc:sldMk cId="788935733" sldId="344"/>
            <ac:spMk id="22" creationId="{07328FD4-8F4F-45D0-B179-C09F34FF8E4F}"/>
          </ac:spMkLst>
        </pc:spChg>
        <pc:spChg chg="add del">
          <ac:chgData name="Umesh Bitla" userId="505a3b8286548e55" providerId="Windows Live" clId="Web-{A599685C-712E-43D2-AFF5-89917DA2014F}" dt="2026-01-13T15:15:30.569" v="479"/>
          <ac:spMkLst>
            <pc:docMk/>
            <pc:sldMk cId="788935733" sldId="344"/>
            <ac:spMk id="23" creationId="{7C04159F-93AF-F76E-5AB9-9D209F56C72C}"/>
          </ac:spMkLst>
        </pc:spChg>
        <pc:spChg chg="add del">
          <ac:chgData name="Umesh Bitla" userId="505a3b8286548e55" providerId="Windows Live" clId="Web-{A599685C-712E-43D2-AFF5-89917DA2014F}" dt="2026-01-13T15:15:30.569" v="479"/>
          <ac:spMkLst>
            <pc:docMk/>
            <pc:sldMk cId="788935733" sldId="344"/>
            <ac:spMk id="24" creationId="{4D22A8B8-E29F-4EB2-95D4-3C24EF234786}"/>
          </ac:spMkLst>
        </pc:spChg>
        <pc:spChg chg="add del">
          <ac:chgData name="Umesh Bitla" userId="505a3b8286548e55" providerId="Windows Live" clId="Web-{A599685C-712E-43D2-AFF5-89917DA2014F}" dt="2026-01-13T15:15:30.569" v="479"/>
          <ac:spMkLst>
            <pc:docMk/>
            <pc:sldMk cId="788935733" sldId="344"/>
            <ac:spMk id="26" creationId="{451EF9F5-BAA7-45A5-BD84-F3184FCED115}"/>
          </ac:spMkLst>
        </pc:spChg>
        <pc:spChg chg="add del">
          <ac:chgData name="Umesh Bitla" userId="505a3b8286548e55" providerId="Windows Live" clId="Web-{A599685C-712E-43D2-AFF5-89917DA2014F}" dt="2026-01-13T15:16:12.273" v="481"/>
          <ac:spMkLst>
            <pc:docMk/>
            <pc:sldMk cId="788935733" sldId="344"/>
            <ac:spMk id="28" creationId="{1E94681D-2A4C-4A8D-B9B5-31D440D0328D}"/>
          </ac:spMkLst>
        </pc:spChg>
        <pc:spChg chg="add del">
          <ac:chgData name="Umesh Bitla" userId="505a3b8286548e55" providerId="Windows Live" clId="Web-{A599685C-712E-43D2-AFF5-89917DA2014F}" dt="2026-01-13T15:16:12.273" v="481"/>
          <ac:spMkLst>
            <pc:docMk/>
            <pc:sldMk cId="788935733" sldId="344"/>
            <ac:spMk id="29" creationId="{685B1578-9B95-463A-91DE-797A98F7E96A}"/>
          </ac:spMkLst>
        </pc:spChg>
        <pc:spChg chg="add del">
          <ac:chgData name="Umesh Bitla" userId="505a3b8286548e55" providerId="Windows Live" clId="Web-{A599685C-712E-43D2-AFF5-89917DA2014F}" dt="2026-01-13T15:16:12.273" v="481"/>
          <ac:spMkLst>
            <pc:docMk/>
            <pc:sldMk cId="788935733" sldId="344"/>
            <ac:spMk id="30" creationId="{B7753F1F-C532-475B-BE0D-7359EB6F86EF}"/>
          </ac:spMkLst>
        </pc:spChg>
        <pc:spChg chg="add del">
          <ac:chgData name="Umesh Bitla" userId="505a3b8286548e55" providerId="Windows Live" clId="Web-{A599685C-712E-43D2-AFF5-89917DA2014F}" dt="2026-01-13T15:16:12.273" v="481"/>
          <ac:spMkLst>
            <pc:docMk/>
            <pc:sldMk cId="788935733" sldId="344"/>
            <ac:spMk id="31" creationId="{3C3F2FEB-1F95-4265-BA92-EEB68929AB47}"/>
          </ac:spMkLst>
        </pc:spChg>
        <pc:spChg chg="add del">
          <ac:chgData name="Umesh Bitla" userId="505a3b8286548e55" providerId="Windows Live" clId="Web-{A599685C-712E-43D2-AFF5-89917DA2014F}" dt="2026-01-13T15:16:12.273" v="481"/>
          <ac:spMkLst>
            <pc:docMk/>
            <pc:sldMk cId="788935733" sldId="344"/>
            <ac:spMk id="32" creationId="{D7F9D8D4-D882-479D-938B-0BB893BB30B5}"/>
          </ac:spMkLst>
        </pc:spChg>
        <pc:spChg chg="add del">
          <ac:chgData name="Umesh Bitla" userId="505a3b8286548e55" providerId="Windows Live" clId="Web-{A599685C-712E-43D2-AFF5-89917DA2014F}" dt="2026-01-13T15:16:12.273" v="481"/>
          <ac:spMkLst>
            <pc:docMk/>
            <pc:sldMk cId="788935733" sldId="344"/>
            <ac:spMk id="33" creationId="{2BA6397C-E5A6-43E6-9BB9-2158E24ABD01}"/>
          </ac:spMkLst>
        </pc:spChg>
        <pc:spChg chg="add">
          <ac:chgData name="Umesh Bitla" userId="505a3b8286548e55" providerId="Windows Live" clId="Web-{A599685C-712E-43D2-AFF5-89917DA2014F}" dt="2026-01-13T15:16:12.289" v="482"/>
          <ac:spMkLst>
            <pc:docMk/>
            <pc:sldMk cId="788935733" sldId="344"/>
            <ac:spMk id="36" creationId="{1E94681D-2A4C-4A8D-B9B5-31D440D0328D}"/>
          </ac:spMkLst>
        </pc:spChg>
        <pc:spChg chg="add">
          <ac:chgData name="Umesh Bitla" userId="505a3b8286548e55" providerId="Windows Live" clId="Web-{A599685C-712E-43D2-AFF5-89917DA2014F}" dt="2026-01-13T15:16:12.289" v="482"/>
          <ac:spMkLst>
            <pc:docMk/>
            <pc:sldMk cId="788935733" sldId="344"/>
            <ac:spMk id="37" creationId="{04B7AC44-1B7B-4F09-9AA4-3DFDEC5751A8}"/>
          </ac:spMkLst>
        </pc:spChg>
        <pc:spChg chg="add">
          <ac:chgData name="Umesh Bitla" userId="505a3b8286548e55" providerId="Windows Live" clId="Web-{A599685C-712E-43D2-AFF5-89917DA2014F}" dt="2026-01-13T15:16:12.289" v="482"/>
          <ac:spMkLst>
            <pc:docMk/>
            <pc:sldMk cId="788935733" sldId="344"/>
            <ac:spMk id="38" creationId="{6683E473-94FF-4ACE-9433-1F14799E8907}"/>
          </ac:spMkLst>
        </pc:spChg>
        <pc:spChg chg="add">
          <ac:chgData name="Umesh Bitla" userId="505a3b8286548e55" providerId="Windows Live" clId="Web-{A599685C-712E-43D2-AFF5-89917DA2014F}" dt="2026-01-13T15:16:12.289" v="482"/>
          <ac:spMkLst>
            <pc:docMk/>
            <pc:sldMk cId="788935733" sldId="344"/>
            <ac:spMk id="39" creationId="{AEE537B6-098D-494F-9A54-F22CD09775CD}"/>
          </ac:spMkLst>
        </pc:spChg>
        <pc:spChg chg="add">
          <ac:chgData name="Umesh Bitla" userId="505a3b8286548e55" providerId="Windows Live" clId="Web-{A599685C-712E-43D2-AFF5-89917DA2014F}" dt="2026-01-13T15:16:12.289" v="482"/>
          <ac:spMkLst>
            <pc:docMk/>
            <pc:sldMk cId="788935733" sldId="344"/>
            <ac:spMk id="40" creationId="{07328FD4-8F4F-45D0-B179-C09F34FF8E4F}"/>
          </ac:spMkLst>
        </pc:spChg>
        <pc:spChg chg="add">
          <ac:chgData name="Umesh Bitla" userId="505a3b8286548e55" providerId="Windows Live" clId="Web-{A599685C-712E-43D2-AFF5-89917DA2014F}" dt="2026-01-13T15:16:12.289" v="482"/>
          <ac:spMkLst>
            <pc:docMk/>
            <pc:sldMk cId="788935733" sldId="344"/>
            <ac:spMk id="41" creationId="{4D22A8B8-E29F-4EB2-95D4-3C24EF234786}"/>
          </ac:spMkLst>
        </pc:spChg>
        <pc:spChg chg="add">
          <ac:chgData name="Umesh Bitla" userId="505a3b8286548e55" providerId="Windows Live" clId="Web-{A599685C-712E-43D2-AFF5-89917DA2014F}" dt="2026-01-13T15:16:12.289" v="482"/>
          <ac:spMkLst>
            <pc:docMk/>
            <pc:sldMk cId="788935733" sldId="344"/>
            <ac:spMk id="42" creationId="{451EF9F5-BAA7-45A5-BD84-F3184FCED115}"/>
          </ac:spMkLst>
        </pc:spChg>
        <pc:spChg chg="add mod">
          <ac:chgData name="Umesh Bitla" userId="505a3b8286548e55" providerId="Windows Live" clId="Web-{A599685C-712E-43D2-AFF5-89917DA2014F}" dt="2026-01-13T15:20:44.825" v="491" actId="14100"/>
          <ac:spMkLst>
            <pc:docMk/>
            <pc:sldMk cId="788935733" sldId="344"/>
            <ac:spMk id="43" creationId="{7C04159F-93AF-F76E-5AB9-9D209F56C72C}"/>
          </ac:spMkLst>
        </pc:spChg>
        <pc:graphicFrameChg chg="add del mod ord modGraphic">
          <ac:chgData name="Umesh Bitla" userId="505a3b8286548e55" providerId="Windows Live" clId="Web-{A599685C-712E-43D2-AFF5-89917DA2014F}" dt="2026-01-13T15:16:12.273" v="481"/>
          <ac:graphicFrameMkLst>
            <pc:docMk/>
            <pc:sldMk cId="788935733" sldId="344"/>
            <ac:graphicFrameMk id="6" creationId="{C636B219-5F38-722F-FF2B-460B6CA98F01}"/>
          </ac:graphicFrameMkLst>
        </pc:graphicFrameChg>
        <pc:graphicFrameChg chg="add mod">
          <ac:chgData name="Umesh Bitla" userId="505a3b8286548e55" providerId="Windows Live" clId="Web-{A599685C-712E-43D2-AFF5-89917DA2014F}" dt="2026-01-13T15:21:22.170" v="492" actId="14100"/>
          <ac:graphicFrameMkLst>
            <pc:docMk/>
            <pc:sldMk cId="788935733" sldId="344"/>
            <ac:graphicFrameMk id="7" creationId="{73390711-5127-04F0-DB6B-FDD20C343BCD}"/>
          </ac:graphicFrameMkLst>
        </pc:graphicFrameChg>
        <pc:graphicFrameChg chg="add del">
          <ac:chgData name="Umesh Bitla" userId="505a3b8286548e55" providerId="Windows Live" clId="Web-{A599685C-712E-43D2-AFF5-89917DA2014F}" dt="2026-01-13T15:16:12.273" v="481"/>
          <ac:graphicFrameMkLst>
            <pc:docMk/>
            <pc:sldMk cId="788935733" sldId="344"/>
            <ac:graphicFrameMk id="34" creationId="{C636B219-5F38-722F-FF2B-460B6CA98F01}"/>
          </ac:graphicFrameMkLst>
        </pc:graphicFrameChg>
      </pc:sldChg>
    </pc:docChg>
  </pc:docChgLst>
  <pc:docChgLst>
    <pc:chgData name="Umesh Bitla" userId="505a3b8286548e55" providerId="Windows Live" clId="Web-{395A89B8-0AA3-4907-A477-C47FE873D2C9}"/>
    <pc:docChg chg="modSld">
      <pc:chgData name="Umesh Bitla" userId="505a3b8286548e55" providerId="Windows Live" clId="Web-{395A89B8-0AA3-4907-A477-C47FE873D2C9}" dt="2026-01-13T15:33:20.110" v="169" actId="14100"/>
      <pc:docMkLst>
        <pc:docMk/>
      </pc:docMkLst>
      <pc:sldChg chg="delSp modSp">
        <pc:chgData name="Umesh Bitla" userId="505a3b8286548e55" providerId="Windows Live" clId="Web-{395A89B8-0AA3-4907-A477-C47FE873D2C9}" dt="2026-01-13T15:33:20.110" v="169" actId="14100"/>
        <pc:sldMkLst>
          <pc:docMk/>
          <pc:sldMk cId="788935733" sldId="344"/>
        </pc:sldMkLst>
        <pc:spChg chg="mod">
          <ac:chgData name="Umesh Bitla" userId="505a3b8286548e55" providerId="Windows Live" clId="Web-{395A89B8-0AA3-4907-A477-C47FE873D2C9}" dt="2026-01-13T15:33:04.187" v="167" actId="14100"/>
          <ac:spMkLst>
            <pc:docMk/>
            <pc:sldMk cId="788935733" sldId="344"/>
            <ac:spMk id="2" creationId="{133AB614-2F99-AE22-46FA-D693D45B4DD7}"/>
          </ac:spMkLst>
        </pc:spChg>
        <pc:spChg chg="mod">
          <ac:chgData name="Umesh Bitla" userId="505a3b8286548e55" providerId="Windows Live" clId="Web-{395A89B8-0AA3-4907-A477-C47FE873D2C9}" dt="2026-01-13T15:33:00.812" v="166" actId="14100"/>
          <ac:spMkLst>
            <pc:docMk/>
            <pc:sldMk cId="788935733" sldId="344"/>
            <ac:spMk id="43" creationId="{7C04159F-93AF-F76E-5AB9-9D209F56C72C}"/>
          </ac:spMkLst>
        </pc:spChg>
        <pc:graphicFrameChg chg="mod">
          <ac:chgData name="Umesh Bitla" userId="505a3b8286548e55" providerId="Windows Live" clId="Web-{395A89B8-0AA3-4907-A477-C47FE873D2C9}" dt="2026-01-13T15:33:20.110" v="169" actId="14100"/>
          <ac:graphicFrameMkLst>
            <pc:docMk/>
            <pc:sldMk cId="788935733" sldId="344"/>
            <ac:graphicFrameMk id="7" creationId="{73390711-5127-04F0-DB6B-FDD20C343BCD}"/>
          </ac:graphicFrameMkLst>
        </pc:graphicFrameChg>
        <pc:graphicFrameChg chg="del modGraphic">
          <ac:chgData name="Umesh Bitla" userId="505a3b8286548e55" providerId="Windows Live" clId="Web-{395A89B8-0AA3-4907-A477-C47FE873D2C9}" dt="2026-01-13T15:25:15.219" v="1"/>
          <ac:graphicFrameMkLst>
            <pc:docMk/>
            <pc:sldMk cId="788935733" sldId="344"/>
            <ac:graphicFrameMk id="44" creationId="{C636B219-5F38-722F-FF2B-460B6CA98F01}"/>
          </ac:graphicFrameMkLst>
        </pc:graphicFrameChg>
      </pc:sldChg>
    </pc:docChg>
  </pc:docChgLst>
  <pc:docChgLst>
    <pc:chgData name="Umesh Bitla" userId="505a3b8286548e55" providerId="Windows Live" clId="Web-{45F0E1BA-B0E8-4261-BB70-BDC5B8CC9D1D}"/>
    <pc:docChg chg="modSld">
      <pc:chgData name="Umesh Bitla" userId="505a3b8286548e55" providerId="Windows Live" clId="Web-{45F0E1BA-B0E8-4261-BB70-BDC5B8CC9D1D}" dt="2026-01-13T10:18:35.706" v="234" actId="20577"/>
      <pc:docMkLst>
        <pc:docMk/>
      </pc:docMkLst>
      <pc:sldChg chg="addSp delSp modSp mod setBg setClrOvrMap">
        <pc:chgData name="Umesh Bitla" userId="505a3b8286548e55" providerId="Windows Live" clId="Web-{45F0E1BA-B0E8-4261-BB70-BDC5B8CC9D1D}" dt="2026-01-13T10:09:55.750" v="78" actId="20577"/>
        <pc:sldMkLst>
          <pc:docMk/>
          <pc:sldMk cId="2259308896" sldId="256"/>
        </pc:sldMkLst>
        <pc:spChg chg="mod">
          <ac:chgData name="Umesh Bitla" userId="505a3b8286548e55" providerId="Windows Live" clId="Web-{45F0E1BA-B0E8-4261-BB70-BDC5B8CC9D1D}" dt="2026-01-13T10:07:41.655" v="37"/>
          <ac:spMkLst>
            <pc:docMk/>
            <pc:sldMk cId="2259308896" sldId="256"/>
            <ac:spMk id="2" creationId="{51DF3D98-3C30-4CFC-8643-C81E829C8C25}"/>
          </ac:spMkLst>
        </pc:spChg>
        <pc:spChg chg="mod">
          <ac:chgData name="Umesh Bitla" userId="505a3b8286548e55" providerId="Windows Live" clId="Web-{45F0E1BA-B0E8-4261-BB70-BDC5B8CC9D1D}" dt="2026-01-13T10:09:55.750" v="78" actId="20577"/>
          <ac:spMkLst>
            <pc:docMk/>
            <pc:sldMk cId="2259308896" sldId="256"/>
            <ac:spMk id="3" creationId="{A068D447-28D3-4F5F-B2DC-FD67E9015868}"/>
          </ac:spMkLst>
        </pc:spChg>
        <pc:spChg chg="add del">
          <ac:chgData name="Umesh Bitla" userId="505a3b8286548e55" providerId="Windows Live" clId="Web-{45F0E1BA-B0E8-4261-BB70-BDC5B8CC9D1D}" dt="2026-01-13T10:07:41.655" v="37"/>
          <ac:spMkLst>
            <pc:docMk/>
            <pc:sldMk cId="2259308896" sldId="256"/>
            <ac:spMk id="8" creationId="{6EB4BFD6-A85D-4A13-A54A-9A5C9E31C69E}"/>
          </ac:spMkLst>
        </pc:spChg>
        <pc:spChg chg="add del">
          <ac:chgData name="Umesh Bitla" userId="505a3b8286548e55" providerId="Windows Live" clId="Web-{45F0E1BA-B0E8-4261-BB70-BDC5B8CC9D1D}" dt="2026-01-13T10:07:41.655" v="37"/>
          <ac:spMkLst>
            <pc:docMk/>
            <pc:sldMk cId="2259308896" sldId="256"/>
            <ac:spMk id="10" creationId="{B5DD78E9-DE0D-47AF-A0DB-F475221E3DC7}"/>
          </ac:spMkLst>
        </pc:spChg>
        <pc:spChg chg="add del">
          <ac:chgData name="Umesh Bitla" userId="505a3b8286548e55" providerId="Windows Live" clId="Web-{45F0E1BA-B0E8-4261-BB70-BDC5B8CC9D1D}" dt="2026-01-13T10:07:41.655" v="37"/>
          <ac:spMkLst>
            <pc:docMk/>
            <pc:sldMk cId="2259308896" sldId="256"/>
            <ac:spMk id="12" creationId="{A118D329-2010-4A15-B57C-429FFAE35B11}"/>
          </ac:spMkLst>
        </pc:spChg>
        <pc:spChg chg="add del">
          <ac:chgData name="Umesh Bitla" userId="505a3b8286548e55" providerId="Windows Live" clId="Web-{45F0E1BA-B0E8-4261-BB70-BDC5B8CC9D1D}" dt="2026-01-13T10:07:41.640" v="36"/>
          <ac:spMkLst>
            <pc:docMk/>
            <pc:sldMk cId="2259308896" sldId="256"/>
            <ac:spMk id="19" creationId="{B66F8A2C-B8CF-4B20-9A73-2ADCF6302755}"/>
          </ac:spMkLst>
        </pc:spChg>
        <pc:spChg chg="add del">
          <ac:chgData name="Umesh Bitla" userId="505a3b8286548e55" providerId="Windows Live" clId="Web-{45F0E1BA-B0E8-4261-BB70-BDC5B8CC9D1D}" dt="2026-01-13T10:07:41.640" v="36"/>
          <ac:spMkLst>
            <pc:docMk/>
            <pc:sldMk cId="2259308896" sldId="256"/>
            <ac:spMk id="21" creationId="{B5DD78E9-DE0D-47AF-A0DB-F475221E3DC7}"/>
          </ac:spMkLst>
        </pc:spChg>
        <pc:spChg chg="add del">
          <ac:chgData name="Umesh Bitla" userId="505a3b8286548e55" providerId="Windows Live" clId="Web-{45F0E1BA-B0E8-4261-BB70-BDC5B8CC9D1D}" dt="2026-01-13T10:07:41.640" v="36"/>
          <ac:spMkLst>
            <pc:docMk/>
            <pc:sldMk cId="2259308896" sldId="256"/>
            <ac:spMk id="23" creationId="{A118D329-2010-4A15-B57C-429FFAE35B11}"/>
          </ac:spMkLst>
        </pc:spChg>
        <pc:spChg chg="add">
          <ac:chgData name="Umesh Bitla" userId="505a3b8286548e55" providerId="Windows Live" clId="Web-{45F0E1BA-B0E8-4261-BB70-BDC5B8CC9D1D}" dt="2026-01-13T10:07:41.655" v="37"/>
          <ac:spMkLst>
            <pc:docMk/>
            <pc:sldMk cId="2259308896" sldId="256"/>
            <ac:spMk id="27" creationId="{A2E8F76A-2E7B-4CF0-A21A-E81A13268F46}"/>
          </ac:spMkLst>
        </pc:spChg>
        <pc:spChg chg="add">
          <ac:chgData name="Umesh Bitla" userId="505a3b8286548e55" providerId="Windows Live" clId="Web-{45F0E1BA-B0E8-4261-BB70-BDC5B8CC9D1D}" dt="2026-01-13T10:07:41.655" v="37"/>
          <ac:spMkLst>
            <pc:docMk/>
            <pc:sldMk cId="2259308896" sldId="256"/>
            <ac:spMk id="28" creationId="{701DFCF0-947A-4104-A380-B590E817C270}"/>
          </ac:spMkLst>
        </pc:spChg>
        <pc:spChg chg="add">
          <ac:chgData name="Umesh Bitla" userId="505a3b8286548e55" providerId="Windows Live" clId="Web-{45F0E1BA-B0E8-4261-BB70-BDC5B8CC9D1D}" dt="2026-01-13T10:07:41.655" v="37"/>
          <ac:spMkLst>
            <pc:docMk/>
            <pc:sldMk cId="2259308896" sldId="256"/>
            <ac:spMk id="29" creationId="{F73AA83C-8563-429B-A590-02BDBC0398DD}"/>
          </ac:spMkLst>
        </pc:spChg>
        <pc:cxnChg chg="add del">
          <ac:chgData name="Umesh Bitla" userId="505a3b8286548e55" providerId="Windows Live" clId="Web-{45F0E1BA-B0E8-4261-BB70-BDC5B8CC9D1D}" dt="2026-01-13T10:07:41.655" v="37"/>
          <ac:cxnSpMkLst>
            <pc:docMk/>
            <pc:sldMk cId="2259308896" sldId="256"/>
            <ac:cxnSpMk id="14" creationId="{994262BC-EE98-4BD6-82DB-4955E8DCC290}"/>
          </ac:cxnSpMkLst>
        </pc:cxnChg>
        <pc:cxnChg chg="add del">
          <ac:chgData name="Umesh Bitla" userId="505a3b8286548e55" providerId="Windows Live" clId="Web-{45F0E1BA-B0E8-4261-BB70-BDC5B8CC9D1D}" dt="2026-01-13T10:07:41.640" v="36"/>
          <ac:cxnSpMkLst>
            <pc:docMk/>
            <pc:sldMk cId="2259308896" sldId="256"/>
            <ac:cxnSpMk id="25" creationId="{994262BC-EE98-4BD6-82DB-4955E8DCC290}"/>
          </ac:cxnSpMkLst>
        </pc:cxnChg>
      </pc:sldChg>
      <pc:sldChg chg="modSp">
        <pc:chgData name="Umesh Bitla" userId="505a3b8286548e55" providerId="Windows Live" clId="Web-{45F0E1BA-B0E8-4261-BB70-BDC5B8CC9D1D}" dt="2026-01-13T10:18:35.706" v="234" actId="20577"/>
        <pc:sldMkLst>
          <pc:docMk/>
          <pc:sldMk cId="2130595336" sldId="336"/>
        </pc:sldMkLst>
        <pc:spChg chg="mod">
          <ac:chgData name="Umesh Bitla" userId="505a3b8286548e55" providerId="Windows Live" clId="Web-{45F0E1BA-B0E8-4261-BB70-BDC5B8CC9D1D}" dt="2026-01-13T10:18:35.706" v="234" actId="20577"/>
          <ac:spMkLst>
            <pc:docMk/>
            <pc:sldMk cId="2130595336" sldId="336"/>
            <ac:spMk id="41" creationId="{AB0FF8CA-EE35-46AC-9CFA-C5C91CBF5CAE}"/>
          </ac:spMkLst>
        </pc:spChg>
      </pc:sldChg>
    </pc:docChg>
  </pc:docChgLst>
  <pc:docChgLst>
    <pc:chgData name="Umesh Bitla" userId="505a3b8286548e55" providerId="Windows Live" clId="Web-{C035210F-19FC-7180-069B-572EA348B6B5}"/>
    <pc:docChg chg="addSld modSld">
      <pc:chgData name="Umesh Bitla" userId="505a3b8286548e55" providerId="Windows Live" clId="Web-{C035210F-19FC-7180-069B-572EA348B6B5}" dt="2026-01-14T04:14:40.369" v="36"/>
      <pc:docMkLst>
        <pc:docMk/>
      </pc:docMkLst>
      <pc:sldChg chg="addSp modSp">
        <pc:chgData name="Umesh Bitla" userId="505a3b8286548e55" providerId="Windows Live" clId="Web-{C035210F-19FC-7180-069B-572EA348B6B5}" dt="2026-01-14T04:13:42.134" v="35"/>
        <pc:sldMkLst>
          <pc:docMk/>
          <pc:sldMk cId="788935733" sldId="344"/>
        </pc:sldMkLst>
        <pc:spChg chg="mod">
          <ac:chgData name="Umesh Bitla" userId="505a3b8286548e55" providerId="Windows Live" clId="Web-{C035210F-19FC-7180-069B-572EA348B6B5}" dt="2026-01-14T04:07:40.570" v="2" actId="20577"/>
          <ac:spMkLst>
            <pc:docMk/>
            <pc:sldMk cId="788935733" sldId="344"/>
            <ac:spMk id="2" creationId="{133AB614-2F99-AE22-46FA-D693D45B4DD7}"/>
          </ac:spMkLst>
        </pc:spChg>
        <pc:spChg chg="mod">
          <ac:chgData name="Umesh Bitla" userId="505a3b8286548e55" providerId="Windows Live" clId="Web-{C035210F-19FC-7180-069B-572EA348B6B5}" dt="2026-01-14T04:09:27.976" v="8" actId="20577"/>
          <ac:spMkLst>
            <pc:docMk/>
            <pc:sldMk cId="788935733" sldId="344"/>
            <ac:spMk id="43" creationId="{7C04159F-93AF-F76E-5AB9-9D209F56C72C}"/>
          </ac:spMkLst>
        </pc:spChg>
        <pc:graphicFrameChg chg="mod topLvl modGraphic">
          <ac:chgData name="Umesh Bitla" userId="505a3b8286548e55" providerId="Windows Live" clId="Web-{C035210F-19FC-7180-069B-572EA348B6B5}" dt="2026-01-14T04:13:42.134" v="35"/>
          <ac:graphicFrameMkLst>
            <pc:docMk/>
            <pc:sldMk cId="788935733" sldId="344"/>
            <ac:graphicFrameMk id="7" creationId="{73390711-5127-04F0-DB6B-FDD20C343BCD}"/>
          </ac:graphicFrameMkLst>
        </pc:graphicFrameChg>
      </pc:sldChg>
      <pc:sldChg chg="new">
        <pc:chgData name="Umesh Bitla" userId="505a3b8286548e55" providerId="Windows Live" clId="Web-{C035210F-19FC-7180-069B-572EA348B6B5}" dt="2026-01-14T04:14:40.369" v="36"/>
        <pc:sldMkLst>
          <pc:docMk/>
          <pc:sldMk cId="2585617293" sldId="345"/>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505A3B8286548E55/Expense%20details%20for%206%20months%20(7).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505A3B8286548E55/Expense%20details%20for%206%20months%20(7).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505A3B8286548E55/Expense%20details%20for%206%20months%20(7).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[Expense details for 6 months (7).xlsx]Activity 1!PivotTable1</c:name>
    <c:fmtId val="-1"/>
  </c:pivotSource>
  <c:chart>
    <c:title>
      <c:tx>
        <c:rich>
          <a:bodyPr rot="0" spcFirstLastPara="1" vertOverflow="ellipsis" vert="horz" wrap="square" anchor="ctr" anchorCtr="1"/>
          <a:lstStyle/>
          <a:p>
            <a:pPr>
              <a:defRPr sz="1400" b="0" i="0" u="none" strike="noStrike" kern="1200" spc="0" baseline="0">
                <a:solidFill>
                  <a:srgbClr val="000000"/>
                </a:solidFill>
                <a:latin typeface="+mn-lt"/>
                <a:ea typeface="+mn-ea"/>
                <a:cs typeface="+mn-cs"/>
              </a:defRPr>
            </a:pPr>
            <a:r>
              <a:rPr lang="en-US"/>
              <a:t>Month - wise Expenses</a:t>
            </a: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000000"/>
              </a:solidFill>
              <a:latin typeface="+mn-lt"/>
              <a:ea typeface="+mn-ea"/>
              <a:cs typeface="+mn-cs"/>
            </a:defRPr>
          </a:pPr>
          <a:endParaRPr lang="en-US"/>
        </a:p>
      </c:txPr>
    </c:title>
    <c:autoTitleDeleted val="0"/>
    <c:pivotFmts>
      <c:pivotFmt>
        <c:idx val="0"/>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'Activity 1'!$D$3</c:f>
              <c:strCache>
                <c:ptCount val="1"/>
                <c:pt idx="0">
                  <c:v>Total</c:v>
                </c:pt>
              </c:strCache>
            </c:strRef>
          </c:tx>
          <c:spPr>
            <a:solidFill>
              <a:srgbClr val="637CEF"/>
            </a:solidFill>
            <a:ln>
              <a:noFill/>
            </a:ln>
            <a:effectLst/>
          </c:spPr>
          <c:invertIfNegative val="0"/>
          <c:cat>
            <c:strRef>
              <c:f>'Activity 1'!$C$4:$C$10</c:f>
              <c:strCache>
                <c:ptCount val="6"/>
                <c:pt idx="0">
                  <c:v>January</c:v>
                </c:pt>
                <c:pt idx="1">
                  <c:v>February</c:v>
                </c:pt>
                <c:pt idx="2">
                  <c:v>March</c:v>
                </c:pt>
                <c:pt idx="3">
                  <c:v>April</c:v>
                </c:pt>
                <c:pt idx="4">
                  <c:v>May</c:v>
                </c:pt>
                <c:pt idx="5">
                  <c:v>June</c:v>
                </c:pt>
              </c:strCache>
            </c:strRef>
          </c:cat>
          <c:val>
            <c:numRef>
              <c:f>'Activity 1'!$D$4:$D$10</c:f>
              <c:numCache>
                <c:formatCode>General</c:formatCode>
                <c:ptCount val="6"/>
                <c:pt idx="0">
                  <c:v>13900</c:v>
                </c:pt>
                <c:pt idx="1">
                  <c:v>15620</c:v>
                </c:pt>
                <c:pt idx="2">
                  <c:v>13140</c:v>
                </c:pt>
                <c:pt idx="3">
                  <c:v>14800</c:v>
                </c:pt>
                <c:pt idx="4">
                  <c:v>13370</c:v>
                </c:pt>
                <c:pt idx="5">
                  <c:v>13560</c:v>
                </c:pt>
              </c:numCache>
            </c:numRef>
          </c:val>
          <c:extLst>
            <c:ext xmlns:c16="http://schemas.microsoft.com/office/drawing/2014/chart" uri="{C3380CC4-5D6E-409C-BE32-E72D297353CC}">
              <c16:uniqueId val="{00000000-CB62-4E33-BFBC-AC08EADFBA47}"/>
            </c:ext>
          </c:extLst>
        </c:ser>
        <c:dLbls>
          <c:showLegendKey val="0"/>
          <c:showVal val="0"/>
          <c:showCatName val="0"/>
          <c:showSerName val="0"/>
          <c:showPercent val="0"/>
          <c:showBubbleSize val="0"/>
        </c:dLbls>
        <c:gapWidth val="219"/>
        <c:overlap val="-27"/>
        <c:axId val="1803420168"/>
        <c:axId val="1803422216"/>
      </c:barChart>
      <c:catAx>
        <c:axId val="1803420168"/>
        <c:scaling>
          <c:orientation val="minMax"/>
        </c:scaling>
        <c:delete val="0"/>
        <c:axPos val="b"/>
        <c:title>
          <c:tx>
            <c:rich>
              <a:bodyPr rot="0" spcFirstLastPara="1" vertOverflow="ellipsis" vert="horz" wrap="square" anchor="ctr" anchorCtr="1"/>
              <a:lstStyle/>
              <a:p>
                <a:pPr>
                  <a:defRPr sz="1000" b="0" i="0" u="none" strike="noStrike" kern="1200" baseline="0">
                    <a:solidFill>
                      <a:srgbClr val="000000"/>
                    </a:solidFill>
                    <a:latin typeface="+mn-lt"/>
                    <a:ea typeface="+mn-ea"/>
                    <a:cs typeface="+mn-cs"/>
                  </a:defRPr>
                </a:pPr>
                <a:r>
                  <a:rPr lang="en-US"/>
                  <a:t>Months</a:t>
                </a:r>
              </a:p>
            </c:rich>
          </c:tx>
          <c:overlay val="0"/>
          <c:spPr>
            <a:noFill/>
            <a:ln>
              <a:noFill/>
            </a:ln>
            <a:effectLst/>
          </c:spPr>
          <c:txPr>
            <a:bodyPr rot="0" spcFirstLastPara="1" vertOverflow="ellipsis" vert="horz" wrap="square" anchor="ctr" anchorCtr="1"/>
            <a:lstStyle/>
            <a:p>
              <a:pPr>
                <a:defRPr sz="1000" b="0" i="0" u="none" strike="noStrike" kern="1200" baseline="0">
                  <a:solidFill>
                    <a:srgbClr val="000000"/>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03422216"/>
        <c:crosses val="autoZero"/>
        <c:auto val="1"/>
        <c:lblAlgn val="ctr"/>
        <c:lblOffset val="100"/>
        <c:noMultiLvlLbl val="0"/>
      </c:catAx>
      <c:valAx>
        <c:axId val="180342221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rgbClr val="000000"/>
                    </a:solidFill>
                    <a:latin typeface="+mn-lt"/>
                    <a:ea typeface="+mn-ea"/>
                    <a:cs typeface="+mn-cs"/>
                  </a:defRPr>
                </a:pPr>
                <a:r>
                  <a:rPr lang="en-US"/>
                  <a:t>Expenses</a:t>
                </a:r>
              </a:p>
            </c:rich>
          </c:tx>
          <c:overlay val="0"/>
          <c:spPr>
            <a:noFill/>
            <a:ln>
              <a:noFill/>
            </a:ln>
            <a:effectLst/>
          </c:spPr>
          <c:txPr>
            <a:bodyPr rot="-5400000" spcFirstLastPara="1" vertOverflow="ellipsis" vert="horz" wrap="square" anchor="ctr" anchorCtr="1"/>
            <a:lstStyle/>
            <a:p>
              <a:pPr>
                <a:defRPr sz="1000" b="0" i="0" u="none" strike="noStrike" kern="1200" baseline="0">
                  <a:solidFill>
                    <a:srgbClr val="000000"/>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034201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[Expense details for 6 months (7).xlsx]Activity 3!PivotTable3</c:name>
    <c:fmtId val="-1"/>
  </c:pivotSource>
  <c:chart>
    <c:title>
      <c:tx>
        <c:rich>
          <a:bodyPr rot="0" spcFirstLastPara="1" vertOverflow="ellipsis" vert="horz" wrap="square" anchor="ctr" anchorCtr="1"/>
          <a:lstStyle/>
          <a:p>
            <a:pPr>
              <a:defRPr sz="1400" b="0" i="0" u="none" strike="noStrike" kern="1200" spc="0" baseline="0">
                <a:solidFill>
                  <a:srgbClr val="000000"/>
                </a:solidFill>
                <a:latin typeface="+mn-lt"/>
                <a:ea typeface="+mn-ea"/>
                <a:cs typeface="+mn-cs"/>
              </a:defRPr>
            </a:pPr>
            <a:r>
              <a:rPr lang="en-US"/>
              <a:t>Top 2 Expense Categories</a:t>
            </a: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000000"/>
              </a:solidFill>
              <a:latin typeface="+mn-lt"/>
              <a:ea typeface="+mn-ea"/>
              <a:cs typeface="+mn-cs"/>
            </a:defRPr>
          </a:pPr>
          <a:endParaRPr lang="en-US"/>
        </a:p>
      </c:txPr>
    </c:title>
    <c:autoTitleDeleted val="0"/>
    <c:pivotFmts>
      <c:pivotFmt>
        <c:idx val="0"/>
        <c:spPr>
          <a:solidFill>
            <a:srgbClr val="637CEF"/>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rgbClr val="637CEF"/>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637CEF"/>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rgbClr val="637CEF"/>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rgbClr val="637CEF"/>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rgbClr val="637CEF"/>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'Activity 3'!$B$2:$B$3</c:f>
              <c:strCache>
                <c:ptCount val="1"/>
                <c:pt idx="0">
                  <c:v>Grocery</c:v>
                </c:pt>
              </c:strCache>
            </c:strRef>
          </c:tx>
          <c:spPr>
            <a:solidFill>
              <a:srgbClr val="637CEF"/>
            </a:solidFill>
            <a:ln w="19050">
              <a:solidFill>
                <a:schemeClr val="lt1"/>
              </a:solidFill>
            </a:ln>
            <a:effectLst/>
          </c:spPr>
          <c:invertIfNegative val="0"/>
          <c:cat>
            <c:strRef>
              <c:f>'Activity 3'!$A$4:$A$10</c:f>
              <c:strCache>
                <c:ptCount val="6"/>
                <c:pt idx="0">
                  <c:v>January</c:v>
                </c:pt>
                <c:pt idx="1">
                  <c:v>February</c:v>
                </c:pt>
                <c:pt idx="2">
                  <c:v>March</c:v>
                </c:pt>
                <c:pt idx="3">
                  <c:v>April</c:v>
                </c:pt>
                <c:pt idx="4">
                  <c:v>May</c:v>
                </c:pt>
                <c:pt idx="5">
                  <c:v>June</c:v>
                </c:pt>
              </c:strCache>
            </c:strRef>
          </c:cat>
          <c:val>
            <c:numRef>
              <c:f>'Activity 3'!$B$4:$B$10</c:f>
              <c:numCache>
                <c:formatCode>General</c:formatCode>
                <c:ptCount val="6"/>
                <c:pt idx="0">
                  <c:v>4500</c:v>
                </c:pt>
                <c:pt idx="1">
                  <c:v>4300</c:v>
                </c:pt>
                <c:pt idx="2">
                  <c:v>6090</c:v>
                </c:pt>
                <c:pt idx="3">
                  <c:v>5460</c:v>
                </c:pt>
                <c:pt idx="4">
                  <c:v>5950</c:v>
                </c:pt>
                <c:pt idx="5">
                  <c:v>4690</c:v>
                </c:pt>
              </c:numCache>
            </c:numRef>
          </c:val>
          <c:extLst>
            <c:ext xmlns:c16="http://schemas.microsoft.com/office/drawing/2014/chart" uri="{C3380CC4-5D6E-409C-BE32-E72D297353CC}">
              <c16:uniqueId val="{00000000-B8D5-46F5-85EC-BB1F7A2BD8F8}"/>
            </c:ext>
          </c:extLst>
        </c:ser>
        <c:ser>
          <c:idx val="1"/>
          <c:order val="1"/>
          <c:tx>
            <c:strRef>
              <c:f>'Activity 3'!$C$2:$C$3</c:f>
              <c:strCache>
                <c:ptCount val="1"/>
                <c:pt idx="0">
                  <c:v>Ticket and Bills</c:v>
                </c:pt>
              </c:strCache>
            </c:strRef>
          </c:tx>
          <c:spPr>
            <a:solidFill>
              <a:srgbClr val="E3008C"/>
            </a:solidFill>
            <a:ln w="19050">
              <a:solidFill>
                <a:schemeClr val="lt1"/>
              </a:solidFill>
            </a:ln>
            <a:effectLst/>
          </c:spPr>
          <c:invertIfNegative val="0"/>
          <c:cat>
            <c:strRef>
              <c:f>'Activity 3'!$A$4:$A$10</c:f>
              <c:strCache>
                <c:ptCount val="6"/>
                <c:pt idx="0">
                  <c:v>January</c:v>
                </c:pt>
                <c:pt idx="1">
                  <c:v>February</c:v>
                </c:pt>
                <c:pt idx="2">
                  <c:v>March</c:v>
                </c:pt>
                <c:pt idx="3">
                  <c:v>April</c:v>
                </c:pt>
                <c:pt idx="4">
                  <c:v>May</c:v>
                </c:pt>
                <c:pt idx="5">
                  <c:v>June</c:v>
                </c:pt>
              </c:strCache>
            </c:strRef>
          </c:cat>
          <c:val>
            <c:numRef>
              <c:f>'Activity 3'!$C$4:$C$10</c:f>
              <c:numCache>
                <c:formatCode>General</c:formatCode>
                <c:ptCount val="6"/>
                <c:pt idx="0">
                  <c:v>2650</c:v>
                </c:pt>
                <c:pt idx="1">
                  <c:v>2650</c:v>
                </c:pt>
                <c:pt idx="2">
                  <c:v>2750</c:v>
                </c:pt>
                <c:pt idx="3">
                  <c:v>2750</c:v>
                </c:pt>
                <c:pt idx="4">
                  <c:v>2670</c:v>
                </c:pt>
                <c:pt idx="5">
                  <c:v>2570</c:v>
                </c:pt>
              </c:numCache>
            </c:numRef>
          </c:val>
          <c:extLst>
            <c:ext xmlns:c16="http://schemas.microsoft.com/office/drawing/2014/chart" uri="{C3380CC4-5D6E-409C-BE32-E72D297353CC}">
              <c16:uniqueId val="{00000001-B8D5-46F5-85EC-BB1F7A2BD8F8}"/>
            </c:ext>
          </c:extLst>
        </c:ser>
        <c:dLbls>
          <c:showLegendKey val="0"/>
          <c:showVal val="0"/>
          <c:showCatName val="0"/>
          <c:showSerName val="0"/>
          <c:showPercent val="0"/>
          <c:showBubbleSize val="0"/>
        </c:dLbls>
        <c:gapWidth val="150"/>
        <c:axId val="1934294024"/>
        <c:axId val="1075057672"/>
      </c:barChart>
      <c:valAx>
        <c:axId val="107505767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262626"/>
                </a:solidFill>
                <a:latin typeface="Arial Black"/>
                <a:ea typeface="Arial Black"/>
                <a:cs typeface="Arial Black"/>
              </a:defRPr>
            </a:pPr>
            <a:endParaRPr lang="en-US"/>
          </a:p>
        </c:txPr>
        <c:crossAx val="1934294024"/>
        <c:crosses val="autoZero"/>
        <c:crossBetween val="between"/>
      </c:valAx>
      <c:catAx>
        <c:axId val="1934294024"/>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262626"/>
                </a:solidFill>
                <a:latin typeface="Arial Black"/>
                <a:ea typeface="Arial Black"/>
                <a:cs typeface="Arial Black"/>
              </a:defRPr>
            </a:pPr>
            <a:endParaRPr lang="en-US"/>
          </a:p>
        </c:txPr>
        <c:crossAx val="1075057672"/>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rgbClr val="161616"/>
              </a:solidFill>
              <a:latin typeface="Arial Black"/>
              <a:ea typeface="Arial Black"/>
              <a:cs typeface="Arial Black"/>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[Expense details for 6 months (7).xlsx]Activity 4!PivotTable4</c:name>
    <c:fmtId val="-1"/>
  </c:pivotSource>
  <c:chart>
    <c:title>
      <c:tx>
        <c:rich>
          <a:bodyPr rot="0" spcFirstLastPara="1" vertOverflow="ellipsis" vert="horz" wrap="square" anchor="ctr" anchorCtr="1"/>
          <a:lstStyle/>
          <a:p>
            <a:pPr>
              <a:defRPr sz="1400" b="0" i="0" u="none" strike="noStrike" kern="1200" spc="0" baseline="0">
                <a:solidFill>
                  <a:srgbClr val="000000"/>
                </a:solidFill>
                <a:latin typeface="+mn-lt"/>
                <a:ea typeface="+mn-ea"/>
                <a:cs typeface="+mn-cs"/>
              </a:defRPr>
            </a:pPr>
            <a:r>
              <a:rPr lang="en-US"/>
              <a:t>Monthly Spending on Entertainment, Food and Shopping Items</a:t>
            </a: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000000"/>
              </a:solidFill>
              <a:latin typeface="+mn-lt"/>
              <a:ea typeface="+mn-ea"/>
              <a:cs typeface="+mn-cs"/>
            </a:defRPr>
          </a:pPr>
          <a:endParaRPr lang="en-US"/>
        </a:p>
      </c:txPr>
    </c:title>
    <c:autoTitleDeleted val="0"/>
    <c:pivotFmts>
      <c:pivotFmt>
        <c:idx val="0"/>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rgbClr val="637CEF"/>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
        <c:spPr>
          <a:solidFill>
            <a:srgbClr val="637CEF"/>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
        <c:spPr>
          <a:solidFill>
            <a:srgbClr val="637CEF"/>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3"/>
        <c:spPr>
          <a:solidFill>
            <a:srgbClr val="637CEF"/>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4"/>
        <c:spPr>
          <a:solidFill>
            <a:srgbClr val="637CEF"/>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5"/>
        <c:spPr>
          <a:solidFill>
            <a:srgbClr val="637CEF"/>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6"/>
        <c:spPr>
          <a:solidFill>
            <a:srgbClr val="637CEF"/>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7"/>
        <c:spPr>
          <a:solidFill>
            <a:srgbClr val="637CEF"/>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8"/>
        <c:spPr>
          <a:solidFill>
            <a:srgbClr val="637CEF"/>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9"/>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8"/>
        <c:spPr>
          <a:solidFill>
            <a:srgbClr val="637CEF"/>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'Activity 4'!$B$3:$B$4</c:f>
              <c:strCache>
                <c:ptCount val="1"/>
                <c:pt idx="0">
                  <c:v>Dining out</c:v>
                </c:pt>
              </c:strCache>
            </c:strRef>
          </c:tx>
          <c:spPr>
            <a:solidFill>
              <a:srgbClr val="637CEF"/>
            </a:solidFill>
            <a:ln>
              <a:noFill/>
            </a:ln>
            <a:effectLst/>
          </c:spPr>
          <c:invertIfNegative val="0"/>
          <c:cat>
            <c:strRef>
              <c:f>'Activity 4'!$A$5:$A$10</c:f>
              <c:strCache>
                <c:ptCount val="5"/>
                <c:pt idx="0">
                  <c:v>January</c:v>
                </c:pt>
                <c:pt idx="1">
                  <c:v>March</c:v>
                </c:pt>
                <c:pt idx="2">
                  <c:v>April</c:v>
                </c:pt>
                <c:pt idx="3">
                  <c:v>May</c:v>
                </c:pt>
                <c:pt idx="4">
                  <c:v>June</c:v>
                </c:pt>
              </c:strCache>
            </c:strRef>
          </c:cat>
          <c:val>
            <c:numRef>
              <c:f>'Activity 4'!$B$5:$B$10</c:f>
              <c:numCache>
                <c:formatCode>General</c:formatCode>
                <c:ptCount val="5"/>
                <c:pt idx="0">
                  <c:v>1000</c:v>
                </c:pt>
                <c:pt idx="1">
                  <c:v>800</c:v>
                </c:pt>
                <c:pt idx="2">
                  <c:v>850</c:v>
                </c:pt>
              </c:numCache>
            </c:numRef>
          </c:val>
          <c:extLst>
            <c:ext xmlns:c16="http://schemas.microsoft.com/office/drawing/2014/chart" uri="{C3380CC4-5D6E-409C-BE32-E72D297353CC}">
              <c16:uniqueId val="{00000000-11FC-40AD-ACB8-7862E54BB8B6}"/>
            </c:ext>
          </c:extLst>
        </c:ser>
        <c:ser>
          <c:idx val="1"/>
          <c:order val="1"/>
          <c:tx>
            <c:strRef>
              <c:f>'Activity 4'!$C$3:$C$4</c:f>
              <c:strCache>
                <c:ptCount val="1"/>
                <c:pt idx="0">
                  <c:v>Movie</c:v>
                </c:pt>
              </c:strCache>
            </c:strRef>
          </c:tx>
          <c:spPr>
            <a:solidFill>
              <a:srgbClr val="E3008C"/>
            </a:solidFill>
            <a:ln>
              <a:noFill/>
            </a:ln>
            <a:effectLst/>
          </c:spPr>
          <c:invertIfNegative val="0"/>
          <c:cat>
            <c:strRef>
              <c:f>'Activity 4'!$A$5:$A$10</c:f>
              <c:strCache>
                <c:ptCount val="5"/>
                <c:pt idx="0">
                  <c:v>January</c:v>
                </c:pt>
                <c:pt idx="1">
                  <c:v>March</c:v>
                </c:pt>
                <c:pt idx="2">
                  <c:v>April</c:v>
                </c:pt>
                <c:pt idx="3">
                  <c:v>May</c:v>
                </c:pt>
                <c:pt idx="4">
                  <c:v>June</c:v>
                </c:pt>
              </c:strCache>
            </c:strRef>
          </c:cat>
          <c:val>
            <c:numRef>
              <c:f>'Activity 4'!$C$5:$C$10</c:f>
              <c:numCache>
                <c:formatCode>General</c:formatCode>
                <c:ptCount val="5"/>
                <c:pt idx="0">
                  <c:v>250</c:v>
                </c:pt>
                <c:pt idx="1">
                  <c:v>500</c:v>
                </c:pt>
                <c:pt idx="2">
                  <c:v>250</c:v>
                </c:pt>
                <c:pt idx="3">
                  <c:v>500</c:v>
                </c:pt>
                <c:pt idx="4">
                  <c:v>1000</c:v>
                </c:pt>
              </c:numCache>
            </c:numRef>
          </c:val>
          <c:extLst>
            <c:ext xmlns:c16="http://schemas.microsoft.com/office/drawing/2014/chart" uri="{C3380CC4-5D6E-409C-BE32-E72D297353CC}">
              <c16:uniqueId val="{00000001-11FC-40AD-ACB8-7862E54BB8B6}"/>
            </c:ext>
          </c:extLst>
        </c:ser>
        <c:ser>
          <c:idx val="2"/>
          <c:order val="2"/>
          <c:tx>
            <c:strRef>
              <c:f>'Activity 4'!$D$3:$D$4</c:f>
              <c:strCache>
                <c:ptCount val="1"/>
                <c:pt idx="0">
                  <c:v>Online Food order</c:v>
                </c:pt>
              </c:strCache>
            </c:strRef>
          </c:tx>
          <c:spPr>
            <a:solidFill>
              <a:srgbClr val="2AA0A4"/>
            </a:solidFill>
            <a:ln>
              <a:noFill/>
            </a:ln>
            <a:effectLst/>
          </c:spPr>
          <c:invertIfNegative val="0"/>
          <c:cat>
            <c:strRef>
              <c:f>'Activity 4'!$A$5:$A$10</c:f>
              <c:strCache>
                <c:ptCount val="5"/>
                <c:pt idx="0">
                  <c:v>January</c:v>
                </c:pt>
                <c:pt idx="1">
                  <c:v>March</c:v>
                </c:pt>
                <c:pt idx="2">
                  <c:v>April</c:v>
                </c:pt>
                <c:pt idx="3">
                  <c:v>May</c:v>
                </c:pt>
                <c:pt idx="4">
                  <c:v>June</c:v>
                </c:pt>
              </c:strCache>
            </c:strRef>
          </c:cat>
          <c:val>
            <c:numRef>
              <c:f>'Activity 4'!$D$5:$D$10</c:f>
              <c:numCache>
                <c:formatCode>General</c:formatCode>
                <c:ptCount val="5"/>
                <c:pt idx="0">
                  <c:v>640</c:v>
                </c:pt>
                <c:pt idx="2">
                  <c:v>540</c:v>
                </c:pt>
                <c:pt idx="4">
                  <c:v>600</c:v>
                </c:pt>
              </c:numCache>
            </c:numRef>
          </c:val>
          <c:extLst>
            <c:ext xmlns:c16="http://schemas.microsoft.com/office/drawing/2014/chart" uri="{C3380CC4-5D6E-409C-BE32-E72D297353CC}">
              <c16:uniqueId val="{00000002-11FC-40AD-ACB8-7862E54BB8B6}"/>
            </c:ext>
          </c:extLst>
        </c:ser>
        <c:ser>
          <c:idx val="3"/>
          <c:order val="3"/>
          <c:tx>
            <c:strRef>
              <c:f>'Activity 4'!$E$3:$E$4</c:f>
              <c:strCache>
                <c:ptCount val="1"/>
                <c:pt idx="0">
                  <c:v>Shirts</c:v>
                </c:pt>
              </c:strCache>
            </c:strRef>
          </c:tx>
          <c:spPr>
            <a:solidFill>
              <a:srgbClr val="9373C0"/>
            </a:solidFill>
            <a:ln>
              <a:noFill/>
            </a:ln>
            <a:effectLst/>
          </c:spPr>
          <c:invertIfNegative val="0"/>
          <c:cat>
            <c:strRef>
              <c:f>'Activity 4'!$A$5:$A$10</c:f>
              <c:strCache>
                <c:ptCount val="5"/>
                <c:pt idx="0">
                  <c:v>January</c:v>
                </c:pt>
                <c:pt idx="1">
                  <c:v>March</c:v>
                </c:pt>
                <c:pt idx="2">
                  <c:v>April</c:v>
                </c:pt>
                <c:pt idx="3">
                  <c:v>May</c:v>
                </c:pt>
                <c:pt idx="4">
                  <c:v>June</c:v>
                </c:pt>
              </c:strCache>
            </c:strRef>
          </c:cat>
          <c:val>
            <c:numRef>
              <c:f>'Activity 4'!$E$5:$E$10</c:f>
              <c:numCache>
                <c:formatCode>General</c:formatCode>
                <c:ptCount val="5"/>
                <c:pt idx="0">
                  <c:v>2000</c:v>
                </c:pt>
                <c:pt idx="3">
                  <c:v>1500</c:v>
                </c:pt>
              </c:numCache>
            </c:numRef>
          </c:val>
          <c:extLst>
            <c:ext xmlns:c16="http://schemas.microsoft.com/office/drawing/2014/chart" uri="{C3380CC4-5D6E-409C-BE32-E72D297353CC}">
              <c16:uniqueId val="{00000003-11FC-40AD-ACB8-7862E54BB8B6}"/>
            </c:ext>
          </c:extLst>
        </c:ser>
        <c:ser>
          <c:idx val="4"/>
          <c:order val="4"/>
          <c:tx>
            <c:strRef>
              <c:f>'Activity 4'!$F$3:$F$4</c:f>
              <c:strCache>
                <c:ptCount val="1"/>
                <c:pt idx="0">
                  <c:v>Shoes</c:v>
                </c:pt>
              </c:strCache>
            </c:strRef>
          </c:tx>
          <c:spPr>
            <a:solidFill>
              <a:srgbClr val="13A10E"/>
            </a:solidFill>
            <a:ln>
              <a:noFill/>
            </a:ln>
            <a:effectLst/>
          </c:spPr>
          <c:invertIfNegative val="0"/>
          <c:cat>
            <c:strRef>
              <c:f>'Activity 4'!$A$5:$A$10</c:f>
              <c:strCache>
                <c:ptCount val="5"/>
                <c:pt idx="0">
                  <c:v>January</c:v>
                </c:pt>
                <c:pt idx="1">
                  <c:v>March</c:v>
                </c:pt>
                <c:pt idx="2">
                  <c:v>April</c:v>
                </c:pt>
                <c:pt idx="3">
                  <c:v>May</c:v>
                </c:pt>
                <c:pt idx="4">
                  <c:v>June</c:v>
                </c:pt>
              </c:strCache>
            </c:strRef>
          </c:cat>
          <c:val>
            <c:numRef>
              <c:f>'Activity 4'!$F$5:$F$10</c:f>
              <c:numCache>
                <c:formatCode>General</c:formatCode>
                <c:ptCount val="5"/>
                <c:pt idx="1">
                  <c:v>1700</c:v>
                </c:pt>
                <c:pt idx="4">
                  <c:v>1000</c:v>
                </c:pt>
              </c:numCache>
            </c:numRef>
          </c:val>
          <c:extLst>
            <c:ext xmlns:c16="http://schemas.microsoft.com/office/drawing/2014/chart" uri="{C3380CC4-5D6E-409C-BE32-E72D297353CC}">
              <c16:uniqueId val="{00000004-11FC-40AD-ACB8-7862E54BB8B6}"/>
            </c:ext>
          </c:extLst>
        </c:ser>
        <c:dLbls>
          <c:showLegendKey val="0"/>
          <c:showVal val="0"/>
          <c:showCatName val="0"/>
          <c:showSerName val="0"/>
          <c:showPercent val="0"/>
          <c:showBubbleSize val="0"/>
        </c:dLbls>
        <c:gapWidth val="219"/>
        <c:overlap val="-27"/>
        <c:axId val="1285047303"/>
        <c:axId val="1285049863"/>
      </c:barChart>
      <c:catAx>
        <c:axId val="12850473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262626"/>
                </a:solidFill>
                <a:latin typeface="Arial Black"/>
                <a:ea typeface="Arial Black"/>
                <a:cs typeface="Arial Black"/>
              </a:defRPr>
            </a:pPr>
            <a:endParaRPr lang="en-US"/>
          </a:p>
        </c:txPr>
        <c:crossAx val="1285049863"/>
        <c:crosses val="autoZero"/>
        <c:auto val="1"/>
        <c:lblAlgn val="ctr"/>
        <c:lblOffset val="100"/>
        <c:noMultiLvlLbl val="0"/>
      </c:catAx>
      <c:valAx>
        <c:axId val="128504986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262626"/>
                </a:solidFill>
                <a:latin typeface="Arial Black"/>
                <a:ea typeface="Arial Black"/>
                <a:cs typeface="Arial Black"/>
              </a:defRPr>
            </a:pPr>
            <a:endParaRPr lang="en-US"/>
          </a:p>
        </c:txPr>
        <c:crossAx val="128504730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rgbClr val="000000"/>
              </a:solidFill>
              <a:latin typeface="Calibri"/>
              <a:ea typeface="Calibri"/>
              <a:cs typeface="Calibri"/>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000">
  <a:srgbClr val="637CEF"/>
  <a:srgbClr val="E3008C"/>
  <a:srgbClr val="2AA0A4"/>
  <a:srgbClr val="9373C0"/>
  <a:srgbClr val="13A10E"/>
  <a:srgbClr val="3A96DD"/>
  <a:srgbClr val="CA5010"/>
  <a:srgbClr val="57811B"/>
  <a:srgbClr val="B146C2"/>
  <a:srgbClr val="AE8C00"/>
  <a:srgbClr val="AE8C00"/>
  <a:srgbClr val="637CEF"/>
  <a:srgbClr val="EE5FB7"/>
  <a:srgbClr val="008B94"/>
  <a:srgbClr val="D77440"/>
  <a:srgbClr val="BA58C9"/>
  <a:srgbClr val="3A96DD"/>
  <a:srgbClr val="E3008C"/>
  <a:srgbClr val="C36BD1"/>
  <a:srgbClr val="D06228"/>
  <a:srgbClr val="57811B"/>
</cs:colorStyle>
</file>

<file path=ppt/charts/colors2.xml><?xml version="1.0" encoding="utf-8"?>
<cs:colorStyle xmlns:cs="http://schemas.microsoft.com/office/drawing/2012/chartStyle" xmlns:a="http://schemas.openxmlformats.org/drawingml/2006/main" meth="cycle" id="10000">
  <a:srgbClr val="637CEF"/>
  <a:srgbClr val="E3008C"/>
  <a:srgbClr val="2AA0A4"/>
  <a:srgbClr val="9373C0"/>
  <a:srgbClr val="13A10E"/>
  <a:srgbClr val="3A96DD"/>
  <a:srgbClr val="CA5010"/>
  <a:srgbClr val="57811B"/>
  <a:srgbClr val="B146C2"/>
  <a:srgbClr val="AE8C00"/>
  <a:srgbClr val="AE8C00"/>
  <a:srgbClr val="637CEF"/>
  <a:srgbClr val="EE5FB7"/>
  <a:srgbClr val="008B94"/>
  <a:srgbClr val="D77440"/>
  <a:srgbClr val="BA58C9"/>
  <a:srgbClr val="3A96DD"/>
  <a:srgbClr val="E3008C"/>
  <a:srgbClr val="C36BD1"/>
  <a:srgbClr val="D06228"/>
  <a:srgbClr val="57811B"/>
</cs:colorStyle>
</file>

<file path=ppt/charts/colors3.xml><?xml version="1.0" encoding="utf-8"?>
<cs:colorStyle xmlns:cs="http://schemas.microsoft.com/office/drawing/2012/chartStyle" xmlns:a="http://schemas.openxmlformats.org/drawingml/2006/main" meth="cycle" id="10000">
  <a:srgbClr val="637CEF"/>
  <a:srgbClr val="E3008C"/>
  <a:srgbClr val="2AA0A4"/>
  <a:srgbClr val="9373C0"/>
  <a:srgbClr val="13A10E"/>
  <a:srgbClr val="3A96DD"/>
  <a:srgbClr val="CA5010"/>
  <a:srgbClr val="57811B"/>
  <a:srgbClr val="B146C2"/>
  <a:srgbClr val="AE8C00"/>
  <a:srgbClr val="AE8C00"/>
  <a:srgbClr val="637CEF"/>
  <a:srgbClr val="EE5FB7"/>
  <a:srgbClr val="008B94"/>
  <a:srgbClr val="D77440"/>
  <a:srgbClr val="BA58C9"/>
  <a:srgbClr val="3A96DD"/>
  <a:srgbClr val="E3008C"/>
  <a:srgbClr val="C36BD1"/>
  <a:srgbClr val="D06228"/>
  <a:srgbClr val="57811B"/>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9C9DC21-1C27-4F0C-8F93-5880864B22C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12E3DECC-0822-4713-8E63-81D86F30FD47}">
      <dgm:prSet custT="1"/>
      <dgm:spPr/>
      <dgm:t>
        <a:bodyPr/>
        <a:lstStyle/>
        <a:p>
          <a:pPr>
            <a:lnSpc>
              <a:spcPct val="100000"/>
            </a:lnSpc>
          </a:pPr>
          <a:r>
            <a:rPr lang="en-US" sz="2400" dirty="0"/>
            <a:t>Analyze six months of expense data using Pivot Tables and Charts</a:t>
          </a:r>
        </a:p>
      </dgm:t>
    </dgm:pt>
    <dgm:pt modelId="{B615DAAB-D3B5-4FE6-8808-4ECD1BF3E40B}" type="parTrans" cxnId="{1D0EA1F3-851A-4A09-B81C-F26AE2FF2967}">
      <dgm:prSet/>
      <dgm:spPr/>
      <dgm:t>
        <a:bodyPr/>
        <a:lstStyle/>
        <a:p>
          <a:endParaRPr lang="en-US"/>
        </a:p>
      </dgm:t>
    </dgm:pt>
    <dgm:pt modelId="{8A999E21-DA3C-4143-9281-7D34566C7215}" type="sibTrans" cxnId="{1D0EA1F3-851A-4A09-B81C-F26AE2FF2967}">
      <dgm:prSet/>
      <dgm:spPr/>
      <dgm:t>
        <a:bodyPr/>
        <a:lstStyle/>
        <a:p>
          <a:endParaRPr lang="en-US"/>
        </a:p>
      </dgm:t>
    </dgm:pt>
    <dgm:pt modelId="{3B15A2E5-A354-486A-8933-A9571EF141F1}">
      <dgm:prSet/>
      <dgm:spPr/>
      <dgm:t>
        <a:bodyPr/>
        <a:lstStyle/>
        <a:p>
          <a:pPr>
            <a:lnSpc>
              <a:spcPct val="100000"/>
            </a:lnSpc>
          </a:pPr>
          <a:r>
            <a:rPr lang="en-US" sz="2400" dirty="0"/>
            <a:t>Identify category-wise and item-wise spending patterns</a:t>
          </a:r>
        </a:p>
      </dgm:t>
    </dgm:pt>
    <dgm:pt modelId="{ABF9BFEF-7357-4AFC-B20D-E96DCACFCF4D}" type="parTrans" cxnId="{94262E02-52A5-4FD4-8AE7-44906F7439AB}">
      <dgm:prSet/>
      <dgm:spPr/>
      <dgm:t>
        <a:bodyPr/>
        <a:lstStyle/>
        <a:p>
          <a:endParaRPr lang="en-US"/>
        </a:p>
      </dgm:t>
    </dgm:pt>
    <dgm:pt modelId="{AAA5EDD5-A75C-46ED-9A7B-D6EEC7A59C0B}" type="sibTrans" cxnId="{94262E02-52A5-4FD4-8AE7-44906F7439AB}">
      <dgm:prSet/>
      <dgm:spPr/>
      <dgm:t>
        <a:bodyPr/>
        <a:lstStyle/>
        <a:p>
          <a:endParaRPr lang="en-US"/>
        </a:p>
      </dgm:t>
    </dgm:pt>
    <dgm:pt modelId="{271377AE-BCF6-4F8A-B445-9460556D8FB3}">
      <dgm:prSet/>
      <dgm:spPr/>
      <dgm:t>
        <a:bodyPr/>
        <a:lstStyle/>
        <a:p>
          <a:pPr>
            <a:lnSpc>
              <a:spcPct val="100000"/>
            </a:lnSpc>
          </a:pPr>
          <a:r>
            <a:rPr lang="en-US" sz="2400" dirty="0"/>
            <a:t>Find highest and lowest expense categories</a:t>
          </a:r>
        </a:p>
      </dgm:t>
    </dgm:pt>
    <dgm:pt modelId="{DC0EB5A3-D725-433D-8E1B-DCAF0662E25F}" type="parTrans" cxnId="{72271F17-F876-4E79-A37A-FD5FB3A00056}">
      <dgm:prSet/>
      <dgm:spPr/>
      <dgm:t>
        <a:bodyPr/>
        <a:lstStyle/>
        <a:p>
          <a:endParaRPr lang="en-US"/>
        </a:p>
      </dgm:t>
    </dgm:pt>
    <dgm:pt modelId="{67043969-84F9-405B-90D8-AD7AB40B9F23}" type="sibTrans" cxnId="{72271F17-F876-4E79-A37A-FD5FB3A00056}">
      <dgm:prSet/>
      <dgm:spPr/>
      <dgm:t>
        <a:bodyPr/>
        <a:lstStyle/>
        <a:p>
          <a:endParaRPr lang="en-US"/>
        </a:p>
      </dgm:t>
    </dgm:pt>
    <dgm:pt modelId="{7C7F8098-3E98-4030-9708-792021E639E1}">
      <dgm:prSet/>
      <dgm:spPr/>
      <dgm:t>
        <a:bodyPr/>
        <a:lstStyle/>
        <a:p>
          <a:pPr>
            <a:lnSpc>
              <a:spcPct val="100000"/>
            </a:lnSpc>
          </a:pPr>
          <a:r>
            <a:rPr lang="en-US" sz="2400" dirty="0"/>
            <a:t>Compare spending on Entertainment, Food, and Shopping</a:t>
          </a:r>
        </a:p>
      </dgm:t>
    </dgm:pt>
    <dgm:pt modelId="{B7860427-B35E-4564-989B-637560BF68EF}" type="parTrans" cxnId="{61010982-476F-4512-9D7C-545324BD6D88}">
      <dgm:prSet/>
      <dgm:spPr/>
      <dgm:t>
        <a:bodyPr/>
        <a:lstStyle/>
        <a:p>
          <a:endParaRPr lang="en-US"/>
        </a:p>
      </dgm:t>
    </dgm:pt>
    <dgm:pt modelId="{79EFD551-3A02-460E-92F7-B2F2A6D8E606}" type="sibTrans" cxnId="{61010982-476F-4512-9D7C-545324BD6D88}">
      <dgm:prSet/>
      <dgm:spPr/>
      <dgm:t>
        <a:bodyPr/>
        <a:lstStyle/>
        <a:p>
          <a:endParaRPr lang="en-US"/>
        </a:p>
      </dgm:t>
    </dgm:pt>
    <dgm:pt modelId="{F958A3CA-D932-405F-BB64-13063DA4E3A8}">
      <dgm:prSet/>
      <dgm:spPr/>
      <dgm:t>
        <a:bodyPr/>
        <a:lstStyle/>
        <a:p>
          <a:pPr>
            <a:lnSpc>
              <a:spcPct val="100000"/>
            </a:lnSpc>
          </a:pPr>
          <a:r>
            <a:rPr lang="en-US" sz="2400" dirty="0"/>
            <a:t>Classify essential and less essential expenses</a:t>
          </a:r>
        </a:p>
      </dgm:t>
    </dgm:pt>
    <dgm:pt modelId="{80EEB6E9-7D95-44D4-85C8-AA5B969FEAF8}" type="parTrans" cxnId="{64B28B04-EBFF-40E7-BE02-8385BB0F78EE}">
      <dgm:prSet/>
      <dgm:spPr/>
      <dgm:t>
        <a:bodyPr/>
        <a:lstStyle/>
        <a:p>
          <a:endParaRPr lang="en-US"/>
        </a:p>
      </dgm:t>
    </dgm:pt>
    <dgm:pt modelId="{38AD91E3-68C3-4400-ABB0-6C5456825007}" type="sibTrans" cxnId="{64B28B04-EBFF-40E7-BE02-8385BB0F78EE}">
      <dgm:prSet/>
      <dgm:spPr/>
      <dgm:t>
        <a:bodyPr/>
        <a:lstStyle/>
        <a:p>
          <a:endParaRPr lang="en-US"/>
        </a:p>
      </dgm:t>
    </dgm:pt>
    <dgm:pt modelId="{34CCCFBF-7311-420C-B630-B3A09AE95231}">
      <dgm:prSet/>
      <dgm:spPr/>
      <dgm:t>
        <a:bodyPr/>
        <a:lstStyle/>
        <a:p>
          <a:pPr>
            <a:lnSpc>
              <a:spcPct val="100000"/>
            </a:lnSpc>
          </a:pPr>
          <a:r>
            <a:rPr lang="en-US" sz="2400" dirty="0"/>
            <a:t>Recommend ways to improve savings</a:t>
          </a:r>
        </a:p>
      </dgm:t>
    </dgm:pt>
    <dgm:pt modelId="{5DF8F93B-54F9-4CD6-8D67-F5B1B2D60591}" type="parTrans" cxnId="{53C4E6D1-21CC-4608-967E-124A1C8C1C7A}">
      <dgm:prSet/>
      <dgm:spPr/>
      <dgm:t>
        <a:bodyPr/>
        <a:lstStyle/>
        <a:p>
          <a:endParaRPr lang="en-US"/>
        </a:p>
      </dgm:t>
    </dgm:pt>
    <dgm:pt modelId="{BB0D49A9-BD85-4AF5-80B9-A7D118F52392}" type="sibTrans" cxnId="{53C4E6D1-21CC-4608-967E-124A1C8C1C7A}">
      <dgm:prSet/>
      <dgm:spPr/>
      <dgm:t>
        <a:bodyPr/>
        <a:lstStyle/>
        <a:p>
          <a:endParaRPr lang="en-US"/>
        </a:p>
      </dgm:t>
    </dgm:pt>
    <dgm:pt modelId="{5E610C22-040D-4759-8792-28CE04892A40}" type="pres">
      <dgm:prSet presAssocID="{E9C9DC21-1C27-4F0C-8F93-5880864B22CC}" presName="root" presStyleCnt="0">
        <dgm:presLayoutVars>
          <dgm:dir/>
          <dgm:resizeHandles val="exact"/>
        </dgm:presLayoutVars>
      </dgm:prSet>
      <dgm:spPr/>
    </dgm:pt>
    <dgm:pt modelId="{EC59695B-E291-4E1B-A839-799023D1A920}" type="pres">
      <dgm:prSet presAssocID="{12E3DECC-0822-4713-8E63-81D86F30FD47}" presName="compNode" presStyleCnt="0"/>
      <dgm:spPr/>
    </dgm:pt>
    <dgm:pt modelId="{1EAEAB9E-9A68-49D0-8BD5-57B01628EB9A}" type="pres">
      <dgm:prSet presAssocID="{12E3DECC-0822-4713-8E63-81D86F30FD47}" presName="bgRect" presStyleLbl="bgShp" presStyleIdx="0" presStyleCnt="6"/>
      <dgm:spPr/>
    </dgm:pt>
    <dgm:pt modelId="{99AB9258-8CD9-4C04-A07E-F3D5F5C264B9}" type="pres">
      <dgm:prSet presAssocID="{12E3DECC-0822-4713-8E63-81D86F30FD47}"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ar chart"/>
        </a:ext>
      </dgm:extLst>
    </dgm:pt>
    <dgm:pt modelId="{3B489E70-7164-478C-AA86-B35ABB040905}" type="pres">
      <dgm:prSet presAssocID="{12E3DECC-0822-4713-8E63-81D86F30FD47}" presName="spaceRect" presStyleCnt="0"/>
      <dgm:spPr/>
    </dgm:pt>
    <dgm:pt modelId="{EE687D02-31D7-424E-81A5-EB08F0060CCD}" type="pres">
      <dgm:prSet presAssocID="{12E3DECC-0822-4713-8E63-81D86F30FD47}" presName="parTx" presStyleLbl="revTx" presStyleIdx="0" presStyleCnt="6">
        <dgm:presLayoutVars>
          <dgm:chMax val="0"/>
          <dgm:chPref val="0"/>
        </dgm:presLayoutVars>
      </dgm:prSet>
      <dgm:spPr/>
    </dgm:pt>
    <dgm:pt modelId="{955BDE9A-7A9C-454F-A3B7-1CB64427559B}" type="pres">
      <dgm:prSet presAssocID="{8A999E21-DA3C-4143-9281-7D34566C7215}" presName="sibTrans" presStyleCnt="0"/>
      <dgm:spPr/>
    </dgm:pt>
    <dgm:pt modelId="{2C968CA7-F19A-4EC1-9D4E-B450682D08BB}" type="pres">
      <dgm:prSet presAssocID="{3B15A2E5-A354-486A-8933-A9571EF141F1}" presName="compNode" presStyleCnt="0"/>
      <dgm:spPr/>
    </dgm:pt>
    <dgm:pt modelId="{8291DE99-59CF-41EC-9DF8-478BC20F083E}" type="pres">
      <dgm:prSet presAssocID="{3B15A2E5-A354-486A-8933-A9571EF141F1}" presName="bgRect" presStyleLbl="bgShp" presStyleIdx="1" presStyleCnt="6"/>
      <dgm:spPr/>
    </dgm:pt>
    <dgm:pt modelId="{D453DA94-900E-4D9D-BB26-359E8F1EEFCC}" type="pres">
      <dgm:prSet presAssocID="{3B15A2E5-A354-486A-8933-A9571EF141F1}"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ie chart"/>
        </a:ext>
      </dgm:extLst>
    </dgm:pt>
    <dgm:pt modelId="{349BEB7B-4BBF-4F85-8087-09AF23BE7426}" type="pres">
      <dgm:prSet presAssocID="{3B15A2E5-A354-486A-8933-A9571EF141F1}" presName="spaceRect" presStyleCnt="0"/>
      <dgm:spPr/>
    </dgm:pt>
    <dgm:pt modelId="{94757BFA-8BCC-4157-96F1-7D959251A046}" type="pres">
      <dgm:prSet presAssocID="{3B15A2E5-A354-486A-8933-A9571EF141F1}" presName="parTx" presStyleLbl="revTx" presStyleIdx="1" presStyleCnt="6">
        <dgm:presLayoutVars>
          <dgm:chMax val="0"/>
          <dgm:chPref val="0"/>
        </dgm:presLayoutVars>
      </dgm:prSet>
      <dgm:spPr/>
    </dgm:pt>
    <dgm:pt modelId="{A9844160-D5B6-4254-859F-87BBB51C5097}" type="pres">
      <dgm:prSet presAssocID="{AAA5EDD5-A75C-46ED-9A7B-D6EEC7A59C0B}" presName="sibTrans" presStyleCnt="0"/>
      <dgm:spPr/>
    </dgm:pt>
    <dgm:pt modelId="{A362C4A6-4A6E-44D5-86C5-3B6A227FC4E5}" type="pres">
      <dgm:prSet presAssocID="{271377AE-BCF6-4F8A-B445-9460556D8FB3}" presName="compNode" presStyleCnt="0"/>
      <dgm:spPr/>
    </dgm:pt>
    <dgm:pt modelId="{06E01C7F-82D1-49A9-B96A-17BB9B863A25}" type="pres">
      <dgm:prSet presAssocID="{271377AE-BCF6-4F8A-B445-9460556D8FB3}" presName="bgRect" presStyleLbl="bgShp" presStyleIdx="2" presStyleCnt="6"/>
      <dgm:spPr/>
    </dgm:pt>
    <dgm:pt modelId="{C6A7EF6E-DD01-42DB-90F9-77F1AAC73A04}" type="pres">
      <dgm:prSet presAssocID="{271377AE-BCF6-4F8A-B445-9460556D8FB3}"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oney"/>
        </a:ext>
      </dgm:extLst>
    </dgm:pt>
    <dgm:pt modelId="{84AD6617-39DF-4DB4-9E85-0B1CE39F20DD}" type="pres">
      <dgm:prSet presAssocID="{271377AE-BCF6-4F8A-B445-9460556D8FB3}" presName="spaceRect" presStyleCnt="0"/>
      <dgm:spPr/>
    </dgm:pt>
    <dgm:pt modelId="{F29052D0-4BC0-4FA4-91F4-76099CFB65B0}" type="pres">
      <dgm:prSet presAssocID="{271377AE-BCF6-4F8A-B445-9460556D8FB3}" presName="parTx" presStyleLbl="revTx" presStyleIdx="2" presStyleCnt="6">
        <dgm:presLayoutVars>
          <dgm:chMax val="0"/>
          <dgm:chPref val="0"/>
        </dgm:presLayoutVars>
      </dgm:prSet>
      <dgm:spPr/>
    </dgm:pt>
    <dgm:pt modelId="{4E4C0D2D-F1E2-4087-A006-197828C45E44}" type="pres">
      <dgm:prSet presAssocID="{67043969-84F9-405B-90D8-AD7AB40B9F23}" presName="sibTrans" presStyleCnt="0"/>
      <dgm:spPr/>
    </dgm:pt>
    <dgm:pt modelId="{C9E2817F-2B7A-48FF-B950-36D27CDEC8C2}" type="pres">
      <dgm:prSet presAssocID="{7C7F8098-3E98-4030-9708-792021E639E1}" presName="compNode" presStyleCnt="0"/>
      <dgm:spPr/>
    </dgm:pt>
    <dgm:pt modelId="{3D7666D5-8B9A-4A3F-B2AA-CD3870CAA0AF}" type="pres">
      <dgm:prSet presAssocID="{7C7F8098-3E98-4030-9708-792021E639E1}" presName="bgRect" presStyleLbl="bgShp" presStyleIdx="3" presStyleCnt="6"/>
      <dgm:spPr/>
    </dgm:pt>
    <dgm:pt modelId="{C4DBF360-D06B-4219-A22F-7BA968C23E93}" type="pres">
      <dgm:prSet presAssocID="{7C7F8098-3E98-4030-9708-792021E639E1}"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Popcorn"/>
        </a:ext>
      </dgm:extLst>
    </dgm:pt>
    <dgm:pt modelId="{F68A065C-ECB9-4337-B137-37327A410B1E}" type="pres">
      <dgm:prSet presAssocID="{7C7F8098-3E98-4030-9708-792021E639E1}" presName="spaceRect" presStyleCnt="0"/>
      <dgm:spPr/>
    </dgm:pt>
    <dgm:pt modelId="{74BB0C38-7C21-4471-9BF7-F7C6AAD50BBD}" type="pres">
      <dgm:prSet presAssocID="{7C7F8098-3E98-4030-9708-792021E639E1}" presName="parTx" presStyleLbl="revTx" presStyleIdx="3" presStyleCnt="6">
        <dgm:presLayoutVars>
          <dgm:chMax val="0"/>
          <dgm:chPref val="0"/>
        </dgm:presLayoutVars>
      </dgm:prSet>
      <dgm:spPr/>
    </dgm:pt>
    <dgm:pt modelId="{C72A0F25-55BA-4BC7-9CB3-0262767C0235}" type="pres">
      <dgm:prSet presAssocID="{79EFD551-3A02-460E-92F7-B2F2A6D8E606}" presName="sibTrans" presStyleCnt="0"/>
      <dgm:spPr/>
    </dgm:pt>
    <dgm:pt modelId="{4BEE6742-A744-44D0-B7F1-6531AC692BA6}" type="pres">
      <dgm:prSet presAssocID="{F958A3CA-D932-405F-BB64-13063DA4E3A8}" presName="compNode" presStyleCnt="0"/>
      <dgm:spPr/>
    </dgm:pt>
    <dgm:pt modelId="{3DBA4A9A-3DD4-4EDD-A69D-F234D26746E7}" type="pres">
      <dgm:prSet presAssocID="{F958A3CA-D932-405F-BB64-13063DA4E3A8}" presName="bgRect" presStyleLbl="bgShp" presStyleIdx="4" presStyleCnt="6"/>
      <dgm:spPr/>
    </dgm:pt>
    <dgm:pt modelId="{3C889E1E-03FC-4126-8289-3A6CC578D244}" type="pres">
      <dgm:prSet presAssocID="{F958A3CA-D932-405F-BB64-13063DA4E3A8}"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Coins"/>
        </a:ext>
      </dgm:extLst>
    </dgm:pt>
    <dgm:pt modelId="{1AF1A185-D37B-4E48-B4F2-57E5BDCFD055}" type="pres">
      <dgm:prSet presAssocID="{F958A3CA-D932-405F-BB64-13063DA4E3A8}" presName="spaceRect" presStyleCnt="0"/>
      <dgm:spPr/>
    </dgm:pt>
    <dgm:pt modelId="{BBC1DA8B-9349-4840-86F0-D27C2CE34E3F}" type="pres">
      <dgm:prSet presAssocID="{F958A3CA-D932-405F-BB64-13063DA4E3A8}" presName="parTx" presStyleLbl="revTx" presStyleIdx="4" presStyleCnt="6">
        <dgm:presLayoutVars>
          <dgm:chMax val="0"/>
          <dgm:chPref val="0"/>
        </dgm:presLayoutVars>
      </dgm:prSet>
      <dgm:spPr/>
    </dgm:pt>
    <dgm:pt modelId="{BEB6C1DB-BA72-4AC4-B5AB-2B235D9B9E32}" type="pres">
      <dgm:prSet presAssocID="{38AD91E3-68C3-4400-ABB0-6C5456825007}" presName="sibTrans" presStyleCnt="0"/>
      <dgm:spPr/>
    </dgm:pt>
    <dgm:pt modelId="{7571F77D-ABB9-42B8-A768-F5CE7EB25B53}" type="pres">
      <dgm:prSet presAssocID="{34CCCFBF-7311-420C-B630-B3A09AE95231}" presName="compNode" presStyleCnt="0"/>
      <dgm:spPr/>
    </dgm:pt>
    <dgm:pt modelId="{E140FFD7-44F1-4E93-BE7A-2E786508DDC5}" type="pres">
      <dgm:prSet presAssocID="{34CCCFBF-7311-420C-B630-B3A09AE95231}" presName="bgRect" presStyleLbl="bgShp" presStyleIdx="5" presStyleCnt="6"/>
      <dgm:spPr/>
    </dgm:pt>
    <dgm:pt modelId="{BE132BF0-4582-4771-9591-B5F72F0EB56D}" type="pres">
      <dgm:prSet presAssocID="{34CCCFBF-7311-420C-B630-B3A09AE95231}"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Piggy Bank"/>
        </a:ext>
      </dgm:extLst>
    </dgm:pt>
    <dgm:pt modelId="{4D88C219-30ED-43B5-B7FB-9AE2E7EB3FEA}" type="pres">
      <dgm:prSet presAssocID="{34CCCFBF-7311-420C-B630-B3A09AE95231}" presName="spaceRect" presStyleCnt="0"/>
      <dgm:spPr/>
    </dgm:pt>
    <dgm:pt modelId="{D38DCCCA-07C5-42B9-B836-A01480DD74EC}" type="pres">
      <dgm:prSet presAssocID="{34CCCFBF-7311-420C-B630-B3A09AE95231}" presName="parTx" presStyleLbl="revTx" presStyleIdx="5" presStyleCnt="6">
        <dgm:presLayoutVars>
          <dgm:chMax val="0"/>
          <dgm:chPref val="0"/>
        </dgm:presLayoutVars>
      </dgm:prSet>
      <dgm:spPr/>
    </dgm:pt>
  </dgm:ptLst>
  <dgm:cxnLst>
    <dgm:cxn modelId="{94262E02-52A5-4FD4-8AE7-44906F7439AB}" srcId="{E9C9DC21-1C27-4F0C-8F93-5880864B22CC}" destId="{3B15A2E5-A354-486A-8933-A9571EF141F1}" srcOrd="1" destOrd="0" parTransId="{ABF9BFEF-7357-4AFC-B20D-E96DCACFCF4D}" sibTransId="{AAA5EDD5-A75C-46ED-9A7B-D6EEC7A59C0B}"/>
    <dgm:cxn modelId="{64B28B04-EBFF-40E7-BE02-8385BB0F78EE}" srcId="{E9C9DC21-1C27-4F0C-8F93-5880864B22CC}" destId="{F958A3CA-D932-405F-BB64-13063DA4E3A8}" srcOrd="4" destOrd="0" parTransId="{80EEB6E9-7D95-44D4-85C8-AA5B969FEAF8}" sibTransId="{38AD91E3-68C3-4400-ABB0-6C5456825007}"/>
    <dgm:cxn modelId="{72271F17-F876-4E79-A37A-FD5FB3A00056}" srcId="{E9C9DC21-1C27-4F0C-8F93-5880864B22CC}" destId="{271377AE-BCF6-4F8A-B445-9460556D8FB3}" srcOrd="2" destOrd="0" parTransId="{DC0EB5A3-D725-433D-8E1B-DCAF0662E25F}" sibTransId="{67043969-84F9-405B-90D8-AD7AB40B9F23}"/>
    <dgm:cxn modelId="{FE0B367B-0FD7-4406-9F44-07B88320D46A}" type="presOf" srcId="{7C7F8098-3E98-4030-9708-792021E639E1}" destId="{74BB0C38-7C21-4471-9BF7-F7C6AAD50BBD}" srcOrd="0" destOrd="0" presId="urn:microsoft.com/office/officeart/2018/2/layout/IconVerticalSolidList"/>
    <dgm:cxn modelId="{61010982-476F-4512-9D7C-545324BD6D88}" srcId="{E9C9DC21-1C27-4F0C-8F93-5880864B22CC}" destId="{7C7F8098-3E98-4030-9708-792021E639E1}" srcOrd="3" destOrd="0" parTransId="{B7860427-B35E-4564-989B-637560BF68EF}" sibTransId="{79EFD551-3A02-460E-92F7-B2F2A6D8E606}"/>
    <dgm:cxn modelId="{0B53248F-F970-4F25-B567-10F6B49DA998}" type="presOf" srcId="{34CCCFBF-7311-420C-B630-B3A09AE95231}" destId="{D38DCCCA-07C5-42B9-B836-A01480DD74EC}" srcOrd="0" destOrd="0" presId="urn:microsoft.com/office/officeart/2018/2/layout/IconVerticalSolidList"/>
    <dgm:cxn modelId="{B3E42B98-317A-40A9-BDD0-385121C55504}" type="presOf" srcId="{E9C9DC21-1C27-4F0C-8F93-5880864B22CC}" destId="{5E610C22-040D-4759-8792-28CE04892A40}" srcOrd="0" destOrd="0" presId="urn:microsoft.com/office/officeart/2018/2/layout/IconVerticalSolidList"/>
    <dgm:cxn modelId="{B66471A8-ABFA-4160-A800-0BEA9F9F74AF}" type="presOf" srcId="{3B15A2E5-A354-486A-8933-A9571EF141F1}" destId="{94757BFA-8BCC-4157-96F1-7D959251A046}" srcOrd="0" destOrd="0" presId="urn:microsoft.com/office/officeart/2018/2/layout/IconVerticalSolidList"/>
    <dgm:cxn modelId="{39256FC8-C6D5-410A-90B8-29F73C080C2B}" type="presOf" srcId="{12E3DECC-0822-4713-8E63-81D86F30FD47}" destId="{EE687D02-31D7-424E-81A5-EB08F0060CCD}" srcOrd="0" destOrd="0" presId="urn:microsoft.com/office/officeart/2018/2/layout/IconVerticalSolidList"/>
    <dgm:cxn modelId="{5628F3CB-DAD5-463A-B60D-57985BEF2A78}" type="presOf" srcId="{271377AE-BCF6-4F8A-B445-9460556D8FB3}" destId="{F29052D0-4BC0-4FA4-91F4-76099CFB65B0}" srcOrd="0" destOrd="0" presId="urn:microsoft.com/office/officeart/2018/2/layout/IconVerticalSolidList"/>
    <dgm:cxn modelId="{603E11D0-CA2D-4C0A-A233-DDF17B3DE23E}" type="presOf" srcId="{F958A3CA-D932-405F-BB64-13063DA4E3A8}" destId="{BBC1DA8B-9349-4840-86F0-D27C2CE34E3F}" srcOrd="0" destOrd="0" presId="urn:microsoft.com/office/officeart/2018/2/layout/IconVerticalSolidList"/>
    <dgm:cxn modelId="{53C4E6D1-21CC-4608-967E-124A1C8C1C7A}" srcId="{E9C9DC21-1C27-4F0C-8F93-5880864B22CC}" destId="{34CCCFBF-7311-420C-B630-B3A09AE95231}" srcOrd="5" destOrd="0" parTransId="{5DF8F93B-54F9-4CD6-8D67-F5B1B2D60591}" sibTransId="{BB0D49A9-BD85-4AF5-80B9-A7D118F52392}"/>
    <dgm:cxn modelId="{1D0EA1F3-851A-4A09-B81C-F26AE2FF2967}" srcId="{E9C9DC21-1C27-4F0C-8F93-5880864B22CC}" destId="{12E3DECC-0822-4713-8E63-81D86F30FD47}" srcOrd="0" destOrd="0" parTransId="{B615DAAB-D3B5-4FE6-8808-4ECD1BF3E40B}" sibTransId="{8A999E21-DA3C-4143-9281-7D34566C7215}"/>
    <dgm:cxn modelId="{4BA060AB-BD50-4570-BBB5-90BEACF0B84D}" type="presParOf" srcId="{5E610C22-040D-4759-8792-28CE04892A40}" destId="{EC59695B-E291-4E1B-A839-799023D1A920}" srcOrd="0" destOrd="0" presId="urn:microsoft.com/office/officeart/2018/2/layout/IconVerticalSolidList"/>
    <dgm:cxn modelId="{644699D3-3FBB-4F84-9035-3C388E88BAF4}" type="presParOf" srcId="{EC59695B-E291-4E1B-A839-799023D1A920}" destId="{1EAEAB9E-9A68-49D0-8BD5-57B01628EB9A}" srcOrd="0" destOrd="0" presId="urn:microsoft.com/office/officeart/2018/2/layout/IconVerticalSolidList"/>
    <dgm:cxn modelId="{085D38BA-7E56-40F2-B6DA-27A05F595EC2}" type="presParOf" srcId="{EC59695B-E291-4E1B-A839-799023D1A920}" destId="{99AB9258-8CD9-4C04-A07E-F3D5F5C264B9}" srcOrd="1" destOrd="0" presId="urn:microsoft.com/office/officeart/2018/2/layout/IconVerticalSolidList"/>
    <dgm:cxn modelId="{F5BE325B-8B7F-479F-BBED-7817A543F882}" type="presParOf" srcId="{EC59695B-E291-4E1B-A839-799023D1A920}" destId="{3B489E70-7164-478C-AA86-B35ABB040905}" srcOrd="2" destOrd="0" presId="urn:microsoft.com/office/officeart/2018/2/layout/IconVerticalSolidList"/>
    <dgm:cxn modelId="{3D2D2896-8CDD-49EE-A32E-B256DF7579A1}" type="presParOf" srcId="{EC59695B-E291-4E1B-A839-799023D1A920}" destId="{EE687D02-31D7-424E-81A5-EB08F0060CCD}" srcOrd="3" destOrd="0" presId="urn:microsoft.com/office/officeart/2018/2/layout/IconVerticalSolidList"/>
    <dgm:cxn modelId="{AB42135A-4A26-466F-B9EF-A23DDEA6CA92}" type="presParOf" srcId="{5E610C22-040D-4759-8792-28CE04892A40}" destId="{955BDE9A-7A9C-454F-A3B7-1CB64427559B}" srcOrd="1" destOrd="0" presId="urn:microsoft.com/office/officeart/2018/2/layout/IconVerticalSolidList"/>
    <dgm:cxn modelId="{822712AC-B9C2-4485-8DD0-9804964C0D65}" type="presParOf" srcId="{5E610C22-040D-4759-8792-28CE04892A40}" destId="{2C968CA7-F19A-4EC1-9D4E-B450682D08BB}" srcOrd="2" destOrd="0" presId="urn:microsoft.com/office/officeart/2018/2/layout/IconVerticalSolidList"/>
    <dgm:cxn modelId="{8842D38D-6447-401A-BD94-932A59ECBD8F}" type="presParOf" srcId="{2C968CA7-F19A-4EC1-9D4E-B450682D08BB}" destId="{8291DE99-59CF-41EC-9DF8-478BC20F083E}" srcOrd="0" destOrd="0" presId="urn:microsoft.com/office/officeart/2018/2/layout/IconVerticalSolidList"/>
    <dgm:cxn modelId="{3BBA130A-4889-407F-962B-514F1E2506D4}" type="presParOf" srcId="{2C968CA7-F19A-4EC1-9D4E-B450682D08BB}" destId="{D453DA94-900E-4D9D-BB26-359E8F1EEFCC}" srcOrd="1" destOrd="0" presId="urn:microsoft.com/office/officeart/2018/2/layout/IconVerticalSolidList"/>
    <dgm:cxn modelId="{98880E58-8E86-400D-95F7-AAAADBB467C1}" type="presParOf" srcId="{2C968CA7-F19A-4EC1-9D4E-B450682D08BB}" destId="{349BEB7B-4BBF-4F85-8087-09AF23BE7426}" srcOrd="2" destOrd="0" presId="urn:microsoft.com/office/officeart/2018/2/layout/IconVerticalSolidList"/>
    <dgm:cxn modelId="{751107E0-89C0-4692-8AE6-523B2894C9B2}" type="presParOf" srcId="{2C968CA7-F19A-4EC1-9D4E-B450682D08BB}" destId="{94757BFA-8BCC-4157-96F1-7D959251A046}" srcOrd="3" destOrd="0" presId="urn:microsoft.com/office/officeart/2018/2/layout/IconVerticalSolidList"/>
    <dgm:cxn modelId="{F8522793-27A3-4C08-AB33-BA3D9368979F}" type="presParOf" srcId="{5E610C22-040D-4759-8792-28CE04892A40}" destId="{A9844160-D5B6-4254-859F-87BBB51C5097}" srcOrd="3" destOrd="0" presId="urn:microsoft.com/office/officeart/2018/2/layout/IconVerticalSolidList"/>
    <dgm:cxn modelId="{88538E07-C574-4030-9942-B45CEF1C9BF9}" type="presParOf" srcId="{5E610C22-040D-4759-8792-28CE04892A40}" destId="{A362C4A6-4A6E-44D5-86C5-3B6A227FC4E5}" srcOrd="4" destOrd="0" presId="urn:microsoft.com/office/officeart/2018/2/layout/IconVerticalSolidList"/>
    <dgm:cxn modelId="{45454B75-1A35-47FB-B2BD-DF379DADB42E}" type="presParOf" srcId="{A362C4A6-4A6E-44D5-86C5-3B6A227FC4E5}" destId="{06E01C7F-82D1-49A9-B96A-17BB9B863A25}" srcOrd="0" destOrd="0" presId="urn:microsoft.com/office/officeart/2018/2/layout/IconVerticalSolidList"/>
    <dgm:cxn modelId="{1E7DEC2D-7267-4EF4-B236-D85E19C0E2D0}" type="presParOf" srcId="{A362C4A6-4A6E-44D5-86C5-3B6A227FC4E5}" destId="{C6A7EF6E-DD01-42DB-90F9-77F1AAC73A04}" srcOrd="1" destOrd="0" presId="urn:microsoft.com/office/officeart/2018/2/layout/IconVerticalSolidList"/>
    <dgm:cxn modelId="{6536094D-91A9-4834-AE02-C1E69CFCD042}" type="presParOf" srcId="{A362C4A6-4A6E-44D5-86C5-3B6A227FC4E5}" destId="{84AD6617-39DF-4DB4-9E85-0B1CE39F20DD}" srcOrd="2" destOrd="0" presId="urn:microsoft.com/office/officeart/2018/2/layout/IconVerticalSolidList"/>
    <dgm:cxn modelId="{66387749-3BDC-4752-857D-595EE3329A05}" type="presParOf" srcId="{A362C4A6-4A6E-44D5-86C5-3B6A227FC4E5}" destId="{F29052D0-4BC0-4FA4-91F4-76099CFB65B0}" srcOrd="3" destOrd="0" presId="urn:microsoft.com/office/officeart/2018/2/layout/IconVerticalSolidList"/>
    <dgm:cxn modelId="{097C5076-EB41-4998-8738-FAF3FDEF6596}" type="presParOf" srcId="{5E610C22-040D-4759-8792-28CE04892A40}" destId="{4E4C0D2D-F1E2-4087-A006-197828C45E44}" srcOrd="5" destOrd="0" presId="urn:microsoft.com/office/officeart/2018/2/layout/IconVerticalSolidList"/>
    <dgm:cxn modelId="{C12EFF98-4BDF-46C4-A96F-38F636321B9D}" type="presParOf" srcId="{5E610C22-040D-4759-8792-28CE04892A40}" destId="{C9E2817F-2B7A-48FF-B950-36D27CDEC8C2}" srcOrd="6" destOrd="0" presId="urn:microsoft.com/office/officeart/2018/2/layout/IconVerticalSolidList"/>
    <dgm:cxn modelId="{F3749030-94CB-4521-818B-00285858A2AF}" type="presParOf" srcId="{C9E2817F-2B7A-48FF-B950-36D27CDEC8C2}" destId="{3D7666D5-8B9A-4A3F-B2AA-CD3870CAA0AF}" srcOrd="0" destOrd="0" presId="urn:microsoft.com/office/officeart/2018/2/layout/IconVerticalSolidList"/>
    <dgm:cxn modelId="{724E6CC3-4BB7-4205-9DF7-98A51791177F}" type="presParOf" srcId="{C9E2817F-2B7A-48FF-B950-36D27CDEC8C2}" destId="{C4DBF360-D06B-4219-A22F-7BA968C23E93}" srcOrd="1" destOrd="0" presId="urn:microsoft.com/office/officeart/2018/2/layout/IconVerticalSolidList"/>
    <dgm:cxn modelId="{96780831-2C1F-466D-9F7E-7A70935F77A7}" type="presParOf" srcId="{C9E2817F-2B7A-48FF-B950-36D27CDEC8C2}" destId="{F68A065C-ECB9-4337-B137-37327A410B1E}" srcOrd="2" destOrd="0" presId="urn:microsoft.com/office/officeart/2018/2/layout/IconVerticalSolidList"/>
    <dgm:cxn modelId="{E2398122-A9D2-44F1-897D-484605FF21F1}" type="presParOf" srcId="{C9E2817F-2B7A-48FF-B950-36D27CDEC8C2}" destId="{74BB0C38-7C21-4471-9BF7-F7C6AAD50BBD}" srcOrd="3" destOrd="0" presId="urn:microsoft.com/office/officeart/2018/2/layout/IconVerticalSolidList"/>
    <dgm:cxn modelId="{9BE83566-F942-4BDA-ADAC-153747DD23B0}" type="presParOf" srcId="{5E610C22-040D-4759-8792-28CE04892A40}" destId="{C72A0F25-55BA-4BC7-9CB3-0262767C0235}" srcOrd="7" destOrd="0" presId="urn:microsoft.com/office/officeart/2018/2/layout/IconVerticalSolidList"/>
    <dgm:cxn modelId="{3E34DE60-EE34-4156-8746-FDE14EB17340}" type="presParOf" srcId="{5E610C22-040D-4759-8792-28CE04892A40}" destId="{4BEE6742-A744-44D0-B7F1-6531AC692BA6}" srcOrd="8" destOrd="0" presId="urn:microsoft.com/office/officeart/2018/2/layout/IconVerticalSolidList"/>
    <dgm:cxn modelId="{ED9C2770-4245-4FB5-9613-06DAE38C7735}" type="presParOf" srcId="{4BEE6742-A744-44D0-B7F1-6531AC692BA6}" destId="{3DBA4A9A-3DD4-4EDD-A69D-F234D26746E7}" srcOrd="0" destOrd="0" presId="urn:microsoft.com/office/officeart/2018/2/layout/IconVerticalSolidList"/>
    <dgm:cxn modelId="{CFE62DED-0CAD-4D58-9965-DF6BB102621F}" type="presParOf" srcId="{4BEE6742-A744-44D0-B7F1-6531AC692BA6}" destId="{3C889E1E-03FC-4126-8289-3A6CC578D244}" srcOrd="1" destOrd="0" presId="urn:microsoft.com/office/officeart/2018/2/layout/IconVerticalSolidList"/>
    <dgm:cxn modelId="{5F73BA1A-28D9-4B6A-AF33-649F4CC6548A}" type="presParOf" srcId="{4BEE6742-A744-44D0-B7F1-6531AC692BA6}" destId="{1AF1A185-D37B-4E48-B4F2-57E5BDCFD055}" srcOrd="2" destOrd="0" presId="urn:microsoft.com/office/officeart/2018/2/layout/IconVerticalSolidList"/>
    <dgm:cxn modelId="{97FDE2EA-1F4A-4199-BE06-B3608A759F50}" type="presParOf" srcId="{4BEE6742-A744-44D0-B7F1-6531AC692BA6}" destId="{BBC1DA8B-9349-4840-86F0-D27C2CE34E3F}" srcOrd="3" destOrd="0" presId="urn:microsoft.com/office/officeart/2018/2/layout/IconVerticalSolidList"/>
    <dgm:cxn modelId="{1D33257B-131D-4022-8556-B465BF665F04}" type="presParOf" srcId="{5E610C22-040D-4759-8792-28CE04892A40}" destId="{BEB6C1DB-BA72-4AC4-B5AB-2B235D9B9E32}" srcOrd="9" destOrd="0" presId="urn:microsoft.com/office/officeart/2018/2/layout/IconVerticalSolidList"/>
    <dgm:cxn modelId="{ED9E260E-FA21-4AFE-943A-EC83D1EFBEA5}" type="presParOf" srcId="{5E610C22-040D-4759-8792-28CE04892A40}" destId="{7571F77D-ABB9-42B8-A768-F5CE7EB25B53}" srcOrd="10" destOrd="0" presId="urn:microsoft.com/office/officeart/2018/2/layout/IconVerticalSolidList"/>
    <dgm:cxn modelId="{C163FC59-D77E-45DD-8C63-73C304A37098}" type="presParOf" srcId="{7571F77D-ABB9-42B8-A768-F5CE7EB25B53}" destId="{E140FFD7-44F1-4E93-BE7A-2E786508DDC5}" srcOrd="0" destOrd="0" presId="urn:microsoft.com/office/officeart/2018/2/layout/IconVerticalSolidList"/>
    <dgm:cxn modelId="{1FF934BD-68A1-45CB-8059-0279609CAB8F}" type="presParOf" srcId="{7571F77D-ABB9-42B8-A768-F5CE7EB25B53}" destId="{BE132BF0-4582-4771-9591-B5F72F0EB56D}" srcOrd="1" destOrd="0" presId="urn:microsoft.com/office/officeart/2018/2/layout/IconVerticalSolidList"/>
    <dgm:cxn modelId="{58169F1B-35CA-4D2F-8409-36C84AC39CBE}" type="presParOf" srcId="{7571F77D-ABB9-42B8-A768-F5CE7EB25B53}" destId="{4D88C219-30ED-43B5-B7FB-9AE2E7EB3FEA}" srcOrd="2" destOrd="0" presId="urn:microsoft.com/office/officeart/2018/2/layout/IconVerticalSolidList"/>
    <dgm:cxn modelId="{64DF502D-0FCA-4A78-AE4F-E39E9D87AD39}" type="presParOf" srcId="{7571F77D-ABB9-42B8-A768-F5CE7EB25B53}" destId="{D38DCCCA-07C5-42B9-B836-A01480DD74E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AEAB9E-9A68-49D0-8BD5-57B01628EB9A}">
      <dsp:nvSpPr>
        <dsp:cNvPr id="0" name=""/>
        <dsp:cNvSpPr/>
      </dsp:nvSpPr>
      <dsp:spPr>
        <a:xfrm>
          <a:off x="0" y="1245"/>
          <a:ext cx="10058399" cy="53063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AB9258-8CD9-4C04-A07E-F3D5F5C264B9}">
      <dsp:nvSpPr>
        <dsp:cNvPr id="0" name=""/>
        <dsp:cNvSpPr/>
      </dsp:nvSpPr>
      <dsp:spPr>
        <a:xfrm>
          <a:off x="160518" y="120639"/>
          <a:ext cx="291851" cy="2918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687D02-31D7-424E-81A5-EB08F0060CCD}">
      <dsp:nvSpPr>
        <dsp:cNvPr id="0" name=""/>
        <dsp:cNvSpPr/>
      </dsp:nvSpPr>
      <dsp:spPr>
        <a:xfrm>
          <a:off x="612888" y="1245"/>
          <a:ext cx="9445511" cy="530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159" tIns="56159" rIns="56159" bIns="56159" numCol="1" spcCol="1270" anchor="ctr" anchorCtr="0">
          <a:noAutofit/>
        </a:bodyPr>
        <a:lstStyle/>
        <a:p>
          <a:pPr marL="0" lvl="0" indent="0" algn="l" defTabSz="1066800">
            <a:lnSpc>
              <a:spcPct val="100000"/>
            </a:lnSpc>
            <a:spcBef>
              <a:spcPct val="0"/>
            </a:spcBef>
            <a:spcAft>
              <a:spcPct val="35000"/>
            </a:spcAft>
            <a:buNone/>
          </a:pPr>
          <a:r>
            <a:rPr lang="en-US" sz="2400" kern="1200" dirty="0"/>
            <a:t>Analyze six months of expense data using Pivot Tables and Charts</a:t>
          </a:r>
        </a:p>
      </dsp:txBody>
      <dsp:txXfrm>
        <a:off x="612888" y="1245"/>
        <a:ext cx="9445511" cy="530639"/>
      </dsp:txXfrm>
    </dsp:sp>
    <dsp:sp modelId="{8291DE99-59CF-41EC-9DF8-478BC20F083E}">
      <dsp:nvSpPr>
        <dsp:cNvPr id="0" name=""/>
        <dsp:cNvSpPr/>
      </dsp:nvSpPr>
      <dsp:spPr>
        <a:xfrm>
          <a:off x="0" y="664544"/>
          <a:ext cx="10058399" cy="53063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53DA94-900E-4D9D-BB26-359E8F1EEFCC}">
      <dsp:nvSpPr>
        <dsp:cNvPr id="0" name=""/>
        <dsp:cNvSpPr/>
      </dsp:nvSpPr>
      <dsp:spPr>
        <a:xfrm>
          <a:off x="160518" y="783937"/>
          <a:ext cx="291851" cy="2918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4757BFA-8BCC-4157-96F1-7D959251A046}">
      <dsp:nvSpPr>
        <dsp:cNvPr id="0" name=""/>
        <dsp:cNvSpPr/>
      </dsp:nvSpPr>
      <dsp:spPr>
        <a:xfrm>
          <a:off x="612888" y="664544"/>
          <a:ext cx="9445511" cy="530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159" tIns="56159" rIns="56159" bIns="56159" numCol="1" spcCol="1270" anchor="ctr" anchorCtr="0">
          <a:noAutofit/>
        </a:bodyPr>
        <a:lstStyle/>
        <a:p>
          <a:pPr marL="0" lvl="0" indent="0" algn="l" defTabSz="844550">
            <a:lnSpc>
              <a:spcPct val="100000"/>
            </a:lnSpc>
            <a:spcBef>
              <a:spcPct val="0"/>
            </a:spcBef>
            <a:spcAft>
              <a:spcPct val="35000"/>
            </a:spcAft>
            <a:buNone/>
          </a:pPr>
          <a:r>
            <a:rPr lang="en-US" sz="1900" kern="1200" dirty="0"/>
            <a:t>Identify category-wise and item-wise spending patterns</a:t>
          </a:r>
        </a:p>
      </dsp:txBody>
      <dsp:txXfrm>
        <a:off x="612888" y="664544"/>
        <a:ext cx="9445511" cy="530639"/>
      </dsp:txXfrm>
    </dsp:sp>
    <dsp:sp modelId="{06E01C7F-82D1-49A9-B96A-17BB9B863A25}">
      <dsp:nvSpPr>
        <dsp:cNvPr id="0" name=""/>
        <dsp:cNvSpPr/>
      </dsp:nvSpPr>
      <dsp:spPr>
        <a:xfrm>
          <a:off x="0" y="1327843"/>
          <a:ext cx="10058399" cy="53063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A7EF6E-DD01-42DB-90F9-77F1AAC73A04}">
      <dsp:nvSpPr>
        <dsp:cNvPr id="0" name=""/>
        <dsp:cNvSpPr/>
      </dsp:nvSpPr>
      <dsp:spPr>
        <a:xfrm>
          <a:off x="160518" y="1447236"/>
          <a:ext cx="291851" cy="2918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29052D0-4BC0-4FA4-91F4-76099CFB65B0}">
      <dsp:nvSpPr>
        <dsp:cNvPr id="0" name=""/>
        <dsp:cNvSpPr/>
      </dsp:nvSpPr>
      <dsp:spPr>
        <a:xfrm>
          <a:off x="612888" y="1327843"/>
          <a:ext cx="9445511" cy="530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159" tIns="56159" rIns="56159" bIns="56159" numCol="1" spcCol="1270" anchor="ctr" anchorCtr="0">
          <a:noAutofit/>
        </a:bodyPr>
        <a:lstStyle/>
        <a:p>
          <a:pPr marL="0" lvl="0" indent="0" algn="l" defTabSz="844550">
            <a:lnSpc>
              <a:spcPct val="100000"/>
            </a:lnSpc>
            <a:spcBef>
              <a:spcPct val="0"/>
            </a:spcBef>
            <a:spcAft>
              <a:spcPct val="35000"/>
            </a:spcAft>
            <a:buNone/>
          </a:pPr>
          <a:r>
            <a:rPr lang="en-US" sz="1900" kern="1200" dirty="0"/>
            <a:t>Find highest and lowest expense categories</a:t>
          </a:r>
        </a:p>
      </dsp:txBody>
      <dsp:txXfrm>
        <a:off x="612888" y="1327843"/>
        <a:ext cx="9445511" cy="530639"/>
      </dsp:txXfrm>
    </dsp:sp>
    <dsp:sp modelId="{3D7666D5-8B9A-4A3F-B2AA-CD3870CAA0AF}">
      <dsp:nvSpPr>
        <dsp:cNvPr id="0" name=""/>
        <dsp:cNvSpPr/>
      </dsp:nvSpPr>
      <dsp:spPr>
        <a:xfrm>
          <a:off x="0" y="1991141"/>
          <a:ext cx="10058399" cy="53063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DBF360-D06B-4219-A22F-7BA968C23E93}">
      <dsp:nvSpPr>
        <dsp:cNvPr id="0" name=""/>
        <dsp:cNvSpPr/>
      </dsp:nvSpPr>
      <dsp:spPr>
        <a:xfrm>
          <a:off x="160518" y="2110535"/>
          <a:ext cx="291851" cy="29185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4BB0C38-7C21-4471-9BF7-F7C6AAD50BBD}">
      <dsp:nvSpPr>
        <dsp:cNvPr id="0" name=""/>
        <dsp:cNvSpPr/>
      </dsp:nvSpPr>
      <dsp:spPr>
        <a:xfrm>
          <a:off x="612888" y="1991141"/>
          <a:ext cx="9445511" cy="530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159" tIns="56159" rIns="56159" bIns="56159" numCol="1" spcCol="1270" anchor="ctr" anchorCtr="0">
          <a:noAutofit/>
        </a:bodyPr>
        <a:lstStyle/>
        <a:p>
          <a:pPr marL="0" lvl="0" indent="0" algn="l" defTabSz="844550">
            <a:lnSpc>
              <a:spcPct val="100000"/>
            </a:lnSpc>
            <a:spcBef>
              <a:spcPct val="0"/>
            </a:spcBef>
            <a:spcAft>
              <a:spcPct val="35000"/>
            </a:spcAft>
            <a:buNone/>
          </a:pPr>
          <a:r>
            <a:rPr lang="en-US" sz="1900" kern="1200" dirty="0"/>
            <a:t>Compare spending on Entertainment, Food, and Shopping</a:t>
          </a:r>
        </a:p>
      </dsp:txBody>
      <dsp:txXfrm>
        <a:off x="612888" y="1991141"/>
        <a:ext cx="9445511" cy="530639"/>
      </dsp:txXfrm>
    </dsp:sp>
    <dsp:sp modelId="{3DBA4A9A-3DD4-4EDD-A69D-F234D26746E7}">
      <dsp:nvSpPr>
        <dsp:cNvPr id="0" name=""/>
        <dsp:cNvSpPr/>
      </dsp:nvSpPr>
      <dsp:spPr>
        <a:xfrm>
          <a:off x="0" y="2654440"/>
          <a:ext cx="10058399" cy="53063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889E1E-03FC-4126-8289-3A6CC578D244}">
      <dsp:nvSpPr>
        <dsp:cNvPr id="0" name=""/>
        <dsp:cNvSpPr/>
      </dsp:nvSpPr>
      <dsp:spPr>
        <a:xfrm>
          <a:off x="160518" y="2773834"/>
          <a:ext cx="291851" cy="29185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BC1DA8B-9349-4840-86F0-D27C2CE34E3F}">
      <dsp:nvSpPr>
        <dsp:cNvPr id="0" name=""/>
        <dsp:cNvSpPr/>
      </dsp:nvSpPr>
      <dsp:spPr>
        <a:xfrm>
          <a:off x="612888" y="2654440"/>
          <a:ext cx="9445511" cy="530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159" tIns="56159" rIns="56159" bIns="56159" numCol="1" spcCol="1270" anchor="ctr" anchorCtr="0">
          <a:noAutofit/>
        </a:bodyPr>
        <a:lstStyle/>
        <a:p>
          <a:pPr marL="0" lvl="0" indent="0" algn="l" defTabSz="844550">
            <a:lnSpc>
              <a:spcPct val="100000"/>
            </a:lnSpc>
            <a:spcBef>
              <a:spcPct val="0"/>
            </a:spcBef>
            <a:spcAft>
              <a:spcPct val="35000"/>
            </a:spcAft>
            <a:buNone/>
          </a:pPr>
          <a:r>
            <a:rPr lang="en-US" sz="1900" kern="1200" dirty="0"/>
            <a:t>Classify essential and less essential expenses</a:t>
          </a:r>
        </a:p>
      </dsp:txBody>
      <dsp:txXfrm>
        <a:off x="612888" y="2654440"/>
        <a:ext cx="9445511" cy="530639"/>
      </dsp:txXfrm>
    </dsp:sp>
    <dsp:sp modelId="{E140FFD7-44F1-4E93-BE7A-2E786508DDC5}">
      <dsp:nvSpPr>
        <dsp:cNvPr id="0" name=""/>
        <dsp:cNvSpPr/>
      </dsp:nvSpPr>
      <dsp:spPr>
        <a:xfrm>
          <a:off x="0" y="3317739"/>
          <a:ext cx="10058399" cy="53063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132BF0-4582-4771-9591-B5F72F0EB56D}">
      <dsp:nvSpPr>
        <dsp:cNvPr id="0" name=""/>
        <dsp:cNvSpPr/>
      </dsp:nvSpPr>
      <dsp:spPr>
        <a:xfrm>
          <a:off x="160518" y="3437133"/>
          <a:ext cx="291851" cy="291851"/>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8DCCCA-07C5-42B9-B836-A01480DD74EC}">
      <dsp:nvSpPr>
        <dsp:cNvPr id="0" name=""/>
        <dsp:cNvSpPr/>
      </dsp:nvSpPr>
      <dsp:spPr>
        <a:xfrm>
          <a:off x="612888" y="3317739"/>
          <a:ext cx="9445511" cy="530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159" tIns="56159" rIns="56159" bIns="56159" numCol="1" spcCol="1270" anchor="ctr" anchorCtr="0">
          <a:noAutofit/>
        </a:bodyPr>
        <a:lstStyle/>
        <a:p>
          <a:pPr marL="0" lvl="0" indent="0" algn="l" defTabSz="844550">
            <a:lnSpc>
              <a:spcPct val="100000"/>
            </a:lnSpc>
            <a:spcBef>
              <a:spcPct val="0"/>
            </a:spcBef>
            <a:spcAft>
              <a:spcPct val="35000"/>
            </a:spcAft>
            <a:buNone/>
          </a:pPr>
          <a:r>
            <a:rPr lang="en-US" sz="1900" kern="1200" dirty="0"/>
            <a:t>Recommend ways to improve savings</a:t>
          </a:r>
        </a:p>
      </dsp:txBody>
      <dsp:txXfrm>
        <a:off x="612888" y="3317739"/>
        <a:ext cx="9445511" cy="53063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BF03B4C-7222-461B-BA71-2B563A44950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6015D50-859B-4A21-BBA7-D227472F19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B51ED0-8724-4321-9903-1B6C4397769A}" type="datetimeFigureOut">
              <a:rPr lang="en-US" smtClean="0"/>
              <a:t>1/13/2026</a:t>
            </a:fld>
            <a:endParaRPr lang="en-US" dirty="0"/>
          </a:p>
        </p:txBody>
      </p:sp>
      <p:sp>
        <p:nvSpPr>
          <p:cNvPr id="4" name="Footer Placeholder 3">
            <a:extLst>
              <a:ext uri="{FF2B5EF4-FFF2-40B4-BE49-F238E27FC236}">
                <a16:creationId xmlns:a16="http://schemas.microsoft.com/office/drawing/2014/main" id="{B414EAD1-5CAB-421B-B5BB-2FAE33EA585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83925FF-73DD-4112-9C15-8EAFF2E8C9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E6D71AD-4225-439B-B0AF-FF523CEDEDCF}" type="slidenum">
              <a:rPr lang="en-US" smtClean="0"/>
              <a:t>‹#›</a:t>
            </a:fld>
            <a:endParaRPr lang="en-US" dirty="0"/>
          </a:p>
        </p:txBody>
      </p:sp>
    </p:spTree>
    <p:extLst>
      <p:ext uri="{BB962C8B-B14F-4D97-AF65-F5344CB8AC3E}">
        <p14:creationId xmlns:p14="http://schemas.microsoft.com/office/powerpoint/2010/main" val="19060384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14778D-F34E-4BE4-9B6B-598D2E739C81}" type="datetimeFigureOut">
              <a:rPr lang="en-US" smtClean="0"/>
              <a:t>1/13/2026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553C36-AE66-42A1-BA56-51FF7F8C862C}" type="slidenum">
              <a:rPr lang="en-US" smtClean="0"/>
              <a:t>‹#›</a:t>
            </a:fld>
            <a:endParaRPr lang="en-US" dirty="0"/>
          </a:p>
        </p:txBody>
      </p:sp>
    </p:spTree>
    <p:extLst>
      <p:ext uri="{BB962C8B-B14F-4D97-AF65-F5344CB8AC3E}">
        <p14:creationId xmlns:p14="http://schemas.microsoft.com/office/powerpoint/2010/main" val="1946386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553C36-AE66-42A1-BA56-51FF7F8C862C}" type="slidenum">
              <a:rPr lang="en-US" smtClean="0"/>
              <a:t>3</a:t>
            </a:fld>
            <a:endParaRPr lang="en-US" dirty="0"/>
          </a:p>
        </p:txBody>
      </p:sp>
    </p:spTree>
    <p:extLst>
      <p:ext uri="{BB962C8B-B14F-4D97-AF65-F5344CB8AC3E}">
        <p14:creationId xmlns:p14="http://schemas.microsoft.com/office/powerpoint/2010/main" val="14018068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hasCustomPrompt="1"/>
          </p:nvPr>
        </p:nvSpPr>
        <p:spPr>
          <a:xfrm>
            <a:off x="1629103" y="2244830"/>
            <a:ext cx="8933796" cy="2437232"/>
          </a:xfrm>
        </p:spPr>
        <p:txBody>
          <a:bodyPr tIns="45720" bIns="45720" anchor="ctr">
            <a:normAutofit/>
          </a:bodyPr>
          <a:lstStyle>
            <a:lvl1pPr algn="ctr">
              <a:lnSpc>
                <a:spcPct val="83000"/>
              </a:lnSpc>
              <a:defRPr lang="en-US" sz="6800" b="0" kern="1200" cap="none" spc="-100" baseline="0" dirty="0">
                <a:solidFill>
                  <a:schemeClr val="tx1">
                    <a:lumMod val="85000"/>
                    <a:lumOff val="15000"/>
                  </a:schemeClr>
                </a:solidFill>
                <a:effectLst/>
                <a:latin typeface="+mj-lt"/>
                <a:ea typeface="+mn-ea"/>
                <a:cs typeface="+mn-cs"/>
              </a:defRPr>
            </a:lvl1pPr>
          </a:lstStyle>
          <a:p>
            <a:r>
              <a:rPr lang="en-US" dirty="0"/>
              <a:t>Click to edit master title style</a:t>
            </a:r>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r>
              <a:rPr lang="en-US"/>
              <a:t>20XX</a:t>
            </a:r>
            <a:endParaRPr lang="en-US" dirty="0"/>
          </a:p>
        </p:txBody>
      </p:sp>
    </p:spTree>
    <p:extLst>
      <p:ext uri="{BB962C8B-B14F-4D97-AF65-F5344CB8AC3E}">
        <p14:creationId xmlns:p14="http://schemas.microsoft.com/office/powerpoint/2010/main" val="1593465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91E8DE-0B9D-43A1-8977-59BEEC2C354B}"/>
              </a:ext>
              <a:ext uri="{C183D7F6-B498-43B3-948B-1728B52AA6E4}">
                <adec:decorative xmlns:adec="http://schemas.microsoft.com/office/drawing/2017/decorative" val="1"/>
              </a:ext>
            </a:extLst>
          </p:cNvPr>
          <p:cNvSpPr/>
          <p:nvPr userDrawn="1"/>
        </p:nvSpPr>
        <p:spPr>
          <a:xfrm>
            <a:off x="643337" y="643464"/>
            <a:ext cx="6269159" cy="5571072"/>
          </a:xfrm>
          <a:prstGeom prst="rect">
            <a:avLst/>
          </a:prstGeom>
          <a:solidFill>
            <a:schemeClr val="tx1">
              <a:lumMod val="75000"/>
              <a:lumOff val="25000"/>
            </a:schemeClr>
          </a:solidFill>
          <a:ln w="6350" cap="flat" cmpd="sng" algn="ctr">
            <a:noFill/>
            <a:prstDash val="solid"/>
          </a:ln>
          <a:effectLst>
            <a:outerShdw blurRad="50800" algn="ctr" rotWithShape="0">
              <a:prstClr val="black">
                <a:alpha val="66000"/>
              </a:prstClr>
            </a:outerShdw>
            <a:softEdge rad="0"/>
          </a:effectLst>
        </p:spPr>
      </p:sp>
      <p:sp>
        <p:nvSpPr>
          <p:cNvPr id="2" name="Title 1">
            <a:extLst>
              <a:ext uri="{FF2B5EF4-FFF2-40B4-BE49-F238E27FC236}">
                <a16:creationId xmlns:a16="http://schemas.microsoft.com/office/drawing/2014/main" id="{41DABDA3-AA10-4304-B3C8-D5B655DE3421}"/>
              </a:ext>
            </a:extLst>
          </p:cNvPr>
          <p:cNvSpPr>
            <a:spLocks noGrp="1"/>
          </p:cNvSpPr>
          <p:nvPr>
            <p:ph type="title"/>
          </p:nvPr>
        </p:nvSpPr>
        <p:spPr>
          <a:xfrm>
            <a:off x="1243631" y="1621998"/>
            <a:ext cx="5068567" cy="1301390"/>
          </a:xfrm>
        </p:spPr>
        <p:txBody>
          <a:bodyPr anchor="b"/>
          <a:lstStyle>
            <a:lvl1pPr algn="ctr">
              <a:defRPr>
                <a:solidFill>
                  <a:schemeClr val="bg1"/>
                </a:solidFill>
              </a:defRPr>
            </a:lvl1pPr>
          </a:lstStyle>
          <a:p>
            <a:r>
              <a:rPr lang="en-US" dirty="0"/>
              <a:t>Click to edit</a:t>
            </a:r>
          </a:p>
        </p:txBody>
      </p:sp>
      <p:sp>
        <p:nvSpPr>
          <p:cNvPr id="9" name="Subtitle 2" descr="Tag=AccentColor&#10;Flavor=Light&#10;Target=Text">
            <a:extLst>
              <a:ext uri="{FF2B5EF4-FFF2-40B4-BE49-F238E27FC236}">
                <a16:creationId xmlns:a16="http://schemas.microsoft.com/office/drawing/2014/main" id="{4CCFCCCF-0AEA-4D36-8B54-4C03F88D74AE}"/>
              </a:ext>
            </a:extLst>
          </p:cNvPr>
          <p:cNvSpPr>
            <a:spLocks noGrp="1"/>
          </p:cNvSpPr>
          <p:nvPr>
            <p:ph type="subTitle" idx="1"/>
          </p:nvPr>
        </p:nvSpPr>
        <p:spPr>
          <a:xfrm>
            <a:off x="1243633" y="3109652"/>
            <a:ext cx="5068567" cy="2395623"/>
          </a:xfrm>
        </p:spPr>
        <p:txBody>
          <a:bodyPr anchor="ctr">
            <a:normAutofit/>
          </a:bodyPr>
          <a:lstStyle>
            <a:lvl1pPr marL="0" indent="0" algn="ctr">
              <a:buNone/>
              <a:defRPr>
                <a:solidFill>
                  <a:schemeClr val="bg1"/>
                </a:solidFill>
              </a:defRPr>
            </a:lvl1pPr>
          </a:lstStyle>
          <a:p>
            <a:pPr>
              <a:lnSpc>
                <a:spcPct val="150000"/>
              </a:lnSpc>
            </a:pPr>
            <a:r>
              <a:rPr lang="en-US" dirty="0">
                <a:cs typeface="Calibri"/>
              </a:rPr>
              <a:t>Topic one</a:t>
            </a:r>
          </a:p>
          <a:p>
            <a:pPr>
              <a:lnSpc>
                <a:spcPct val="150000"/>
              </a:lnSpc>
            </a:pPr>
            <a:r>
              <a:rPr lang="en-US" dirty="0">
                <a:cs typeface="Calibri"/>
              </a:rPr>
              <a:t>Topic two</a:t>
            </a:r>
          </a:p>
          <a:p>
            <a:pPr>
              <a:lnSpc>
                <a:spcPct val="150000"/>
              </a:lnSpc>
            </a:pPr>
            <a:r>
              <a:rPr lang="en-US" dirty="0">
                <a:cs typeface="Calibri"/>
              </a:rPr>
              <a:t>Topic three</a:t>
            </a:r>
          </a:p>
          <a:p>
            <a:pPr>
              <a:lnSpc>
                <a:spcPct val="150000"/>
              </a:lnSpc>
            </a:pPr>
            <a:r>
              <a:rPr lang="en-US" dirty="0">
                <a:cs typeface="Calibri"/>
              </a:rPr>
              <a:t>Topic four</a:t>
            </a:r>
          </a:p>
          <a:p>
            <a:endParaRPr lang="en-US" dirty="0">
              <a:solidFill>
                <a:schemeClr val="tx1"/>
              </a:solidFill>
            </a:endParaRPr>
          </a:p>
        </p:txBody>
      </p:sp>
      <p:sp>
        <p:nvSpPr>
          <p:cNvPr id="22" name="Picture Placeholder 21">
            <a:extLst>
              <a:ext uri="{FF2B5EF4-FFF2-40B4-BE49-F238E27FC236}">
                <a16:creationId xmlns:a16="http://schemas.microsoft.com/office/drawing/2014/main" id="{27D11998-188A-4F5B-9931-8BA54D2802A5}"/>
              </a:ext>
            </a:extLst>
          </p:cNvPr>
          <p:cNvSpPr>
            <a:spLocks noGrp="1"/>
          </p:cNvSpPr>
          <p:nvPr>
            <p:ph type="pic" sz="quarter" idx="13"/>
          </p:nvPr>
        </p:nvSpPr>
        <p:spPr>
          <a:xfrm>
            <a:off x="7556500" y="641350"/>
            <a:ext cx="3998913" cy="2626784"/>
          </a:xfrm>
        </p:spPr>
        <p:txBody>
          <a:bodyPr/>
          <a:lstStyle/>
          <a:p>
            <a:endParaRPr lang="en-US" dirty="0"/>
          </a:p>
        </p:txBody>
      </p:sp>
      <p:sp>
        <p:nvSpPr>
          <p:cNvPr id="24" name="Picture Placeholder 23">
            <a:extLst>
              <a:ext uri="{FF2B5EF4-FFF2-40B4-BE49-F238E27FC236}">
                <a16:creationId xmlns:a16="http://schemas.microsoft.com/office/drawing/2014/main" id="{60F109E5-BC65-4431-A2E5-4A145EC7B38A}"/>
              </a:ext>
            </a:extLst>
          </p:cNvPr>
          <p:cNvSpPr>
            <a:spLocks noGrp="1"/>
          </p:cNvSpPr>
          <p:nvPr>
            <p:ph type="pic" sz="quarter" idx="14"/>
          </p:nvPr>
        </p:nvSpPr>
        <p:spPr>
          <a:xfrm>
            <a:off x="7554913" y="3606263"/>
            <a:ext cx="4000500" cy="2608269"/>
          </a:xfrm>
        </p:spPr>
        <p:txBody>
          <a:bodyPr/>
          <a:lstStyle/>
          <a:p>
            <a:endParaRPr lang="en-US" dirty="0"/>
          </a:p>
        </p:txBody>
      </p:sp>
      <p:sp>
        <p:nvSpPr>
          <p:cNvPr id="7" name="Rectangle 6">
            <a:extLst>
              <a:ext uri="{FF2B5EF4-FFF2-40B4-BE49-F238E27FC236}">
                <a16:creationId xmlns:a16="http://schemas.microsoft.com/office/drawing/2014/main" id="{9C304C15-0285-4F2C-8EFE-569AD8088EBA}"/>
              </a:ext>
              <a:ext uri="{C183D7F6-B498-43B3-948B-1728B52AA6E4}">
                <adec:decorative xmlns:adec="http://schemas.microsoft.com/office/drawing/2017/decorative" val="1"/>
              </a:ext>
            </a:extLst>
          </p:cNvPr>
          <p:cNvSpPr/>
          <p:nvPr userDrawn="1"/>
        </p:nvSpPr>
        <p:spPr>
          <a:xfrm>
            <a:off x="806116" y="809244"/>
            <a:ext cx="5943600" cy="5239512"/>
          </a:xfrm>
          <a:prstGeom prst="rect">
            <a:avLst/>
          </a:prstGeom>
          <a:noFill/>
          <a:ln w="6350" cap="sq" cmpd="sng" algn="ctr">
            <a:solidFill>
              <a:schemeClr val="bg1"/>
            </a:solidFill>
            <a:prstDash val="solid"/>
            <a:miter lim="800000"/>
          </a:ln>
          <a:effectLst/>
        </p:spPr>
      </p:sp>
      <p:sp>
        <p:nvSpPr>
          <p:cNvPr id="10" name="Rectangle 9">
            <a:extLst>
              <a:ext uri="{FF2B5EF4-FFF2-40B4-BE49-F238E27FC236}">
                <a16:creationId xmlns:a16="http://schemas.microsoft.com/office/drawing/2014/main" id="{C5A88504-58DC-4D6A-A3A2-46BBE92E4E08}"/>
              </a:ext>
              <a:ext uri="{C183D7F6-B498-43B3-948B-1728B52AA6E4}">
                <adec:decorative xmlns:adec="http://schemas.microsoft.com/office/drawing/2017/decorative" val="1"/>
              </a:ext>
            </a:extLst>
          </p:cNvPr>
          <p:cNvSpPr/>
          <p:nvPr userDrawn="1"/>
        </p:nvSpPr>
        <p:spPr>
          <a:xfrm>
            <a:off x="2817796" y="640856"/>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Date Placeholder 17">
            <a:extLst>
              <a:ext uri="{FF2B5EF4-FFF2-40B4-BE49-F238E27FC236}">
                <a16:creationId xmlns:a16="http://schemas.microsoft.com/office/drawing/2014/main" id="{A7F1F606-F241-4665-957D-1EA108900290}"/>
              </a:ext>
            </a:extLst>
          </p:cNvPr>
          <p:cNvSpPr txBox="1">
            <a:spLocks/>
          </p:cNvSpPr>
          <p:nvPr userDrawn="1"/>
        </p:nvSpPr>
        <p:spPr>
          <a:xfrm>
            <a:off x="3000676" y="687140"/>
            <a:ext cx="1554480" cy="527213"/>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defRPr/>
            </a:pPr>
            <a:r>
              <a:rPr lang="en-US" sz="1300" dirty="0">
                <a:solidFill>
                  <a:schemeClr val="bg1"/>
                </a:solidFill>
              </a:rPr>
              <a:t>20XX</a:t>
            </a:r>
          </a:p>
        </p:txBody>
      </p:sp>
      <p:grpSp>
        <p:nvGrpSpPr>
          <p:cNvPr id="3" name="Group 2">
            <a:extLst>
              <a:ext uri="{FF2B5EF4-FFF2-40B4-BE49-F238E27FC236}">
                <a16:creationId xmlns:a16="http://schemas.microsoft.com/office/drawing/2014/main" id="{86EAC8BD-D27F-41DF-AA93-5F96758285A5}"/>
              </a:ext>
              <a:ext uri="{C183D7F6-B498-43B3-948B-1728B52AA6E4}">
                <adec:decorative xmlns:adec="http://schemas.microsoft.com/office/drawing/2017/decorative" val="1"/>
              </a:ext>
            </a:extLst>
          </p:cNvPr>
          <p:cNvGrpSpPr/>
          <p:nvPr userDrawn="1"/>
        </p:nvGrpSpPr>
        <p:grpSpPr>
          <a:xfrm>
            <a:off x="2932096" y="640855"/>
            <a:ext cx="1691640" cy="645295"/>
            <a:chOff x="2932096" y="640855"/>
            <a:chExt cx="1691640" cy="645295"/>
          </a:xfrm>
        </p:grpSpPr>
        <p:cxnSp>
          <p:nvCxnSpPr>
            <p:cNvPr id="11" name="Straight Connector 10">
              <a:extLst>
                <a:ext uri="{FF2B5EF4-FFF2-40B4-BE49-F238E27FC236}">
                  <a16:creationId xmlns:a16="http://schemas.microsoft.com/office/drawing/2014/main" id="{29CEAE44-9527-4308-A77C-6C47315AD3A5}"/>
                </a:ext>
                <a:ext uri="{C183D7F6-B498-43B3-948B-1728B52AA6E4}">
                  <adec:decorative xmlns:adec="http://schemas.microsoft.com/office/drawing/2017/decorative" val="1"/>
                </a:ext>
              </a:extLst>
            </p:cNvPr>
            <p:cNvCxnSpPr/>
            <p:nvPr userDrawn="1"/>
          </p:nvCxnSpPr>
          <p:spPr>
            <a:xfrm>
              <a:off x="2932096"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BD50130-2E7D-4DC0-8382-B3958A945077}"/>
                </a:ext>
                <a:ext uri="{C183D7F6-B498-43B3-948B-1728B52AA6E4}">
                  <adec:decorative xmlns:adec="http://schemas.microsoft.com/office/drawing/2017/decorative" val="1"/>
                </a:ext>
              </a:extLst>
            </p:cNvPr>
            <p:cNvCxnSpPr/>
            <p:nvPr userDrawn="1"/>
          </p:nvCxnSpPr>
          <p:spPr>
            <a:xfrm>
              <a:off x="4623736"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955D961-339B-49BE-9281-3A8E81953FBD}"/>
                </a:ext>
                <a:ext uri="{C183D7F6-B498-43B3-948B-1728B52AA6E4}">
                  <adec:decorative xmlns:adec="http://schemas.microsoft.com/office/drawing/2017/decorative" val="1"/>
                </a:ext>
              </a:extLst>
            </p:cNvPr>
            <p:cNvCxnSpPr/>
            <p:nvPr userDrawn="1"/>
          </p:nvCxnSpPr>
          <p:spPr>
            <a:xfrm>
              <a:off x="2932096" y="1286150"/>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16" name="Footer Placeholder 18">
            <a:extLst>
              <a:ext uri="{FF2B5EF4-FFF2-40B4-BE49-F238E27FC236}">
                <a16:creationId xmlns:a16="http://schemas.microsoft.com/office/drawing/2014/main" id="{D2BAF328-75D1-490D-BF37-96EE6C0843E2}"/>
              </a:ext>
            </a:extLst>
          </p:cNvPr>
          <p:cNvSpPr txBox="1">
            <a:spLocks/>
          </p:cNvSpPr>
          <p:nvPr userDrawn="1"/>
        </p:nvSpPr>
        <p:spPr>
          <a:xfrm>
            <a:off x="1243632" y="5641118"/>
            <a:ext cx="5068569" cy="310819"/>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defRPr/>
            </a:pPr>
            <a:r>
              <a:rPr lang="en-US" dirty="0">
                <a:solidFill>
                  <a:schemeClr val="bg1"/>
                </a:solidFill>
              </a:rPr>
              <a:t>Sample Footer Text</a:t>
            </a:r>
          </a:p>
        </p:txBody>
      </p:sp>
      <p:sp>
        <p:nvSpPr>
          <p:cNvPr id="18" name="Slide Number Placeholder 21">
            <a:extLst>
              <a:ext uri="{FF2B5EF4-FFF2-40B4-BE49-F238E27FC236}">
                <a16:creationId xmlns:a16="http://schemas.microsoft.com/office/drawing/2014/main" id="{5A2A2B37-48E8-4C00-91B4-63F0C7AAE23F}"/>
              </a:ext>
            </a:extLst>
          </p:cNvPr>
          <p:cNvSpPr txBox="1">
            <a:spLocks/>
          </p:cNvSpPr>
          <p:nvPr userDrawn="1"/>
        </p:nvSpPr>
        <p:spPr>
          <a:xfrm>
            <a:off x="9443794" y="6392314"/>
            <a:ext cx="2111881" cy="22860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defRPr/>
            </a:pPr>
            <a:fld id="{70B1FE82-5036-4003-B709-0840DA750BBE}" type="slidenum">
              <a:rPr lang="en-US" smtClean="0">
                <a:solidFill>
                  <a:srgbClr val="FFFFFF"/>
                </a:solidFill>
                <a:effectLst>
                  <a:outerShdw blurRad="50800" dist="38100" dir="2700000" algn="tl" rotWithShape="0">
                    <a:prstClr val="black">
                      <a:alpha val="43000"/>
                    </a:prstClr>
                  </a:outerShdw>
                </a:effectLst>
              </a:rPr>
              <a:pPr defTabSz="914400">
                <a:defRPr/>
              </a:pPr>
              <a:t>‹#›</a:t>
            </a:fld>
            <a:endParaRPr lang="en-US" dirty="0">
              <a:solidFill>
                <a:srgbClr val="FFFFFF"/>
              </a:solidFill>
              <a:effectLst>
                <a:outerShdw blurRad="50800" dist="38100" dir="2700000" algn="tl" rotWithShape="0">
                  <a:prstClr val="black">
                    <a:alpha val="43000"/>
                  </a:prstClr>
                </a:outerShdw>
              </a:effectLst>
            </a:endParaRPr>
          </a:p>
        </p:txBody>
      </p:sp>
    </p:spTree>
    <p:extLst>
      <p:ext uri="{BB962C8B-B14F-4D97-AF65-F5344CB8AC3E}">
        <p14:creationId xmlns:p14="http://schemas.microsoft.com/office/powerpoint/2010/main" val="676324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4" name="Date Placeholder 3"/>
          <p:cNvSpPr>
            <a:spLocks noGrp="1"/>
          </p:cNvSpPr>
          <p:nvPr>
            <p:ph type="dt" sz="half" idx="10"/>
          </p:nvPr>
        </p:nvSpPr>
        <p:spPr/>
        <p:txBody>
          <a:bodyPr/>
          <a:lstStyle>
            <a:lvl1pPr>
              <a:defRPr/>
            </a:lvl1pPr>
          </a:lstStyle>
          <a:p>
            <a:r>
              <a:rPr lang="en-US"/>
              <a:t>20XX</a:t>
            </a:r>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574202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eam">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5B0C2F6-1B8C-43CC-92A5-2D5502929FC9}"/>
              </a:ext>
              <a:ext uri="{C183D7F6-B498-43B3-948B-1728B52AA6E4}">
                <adec:decorative xmlns:adec="http://schemas.microsoft.com/office/drawing/2017/decorative" val="1"/>
              </a:ext>
            </a:extLst>
          </p:cNvPr>
          <p:cNvSpPr/>
          <p:nvPr userDrawn="1"/>
        </p:nvSpPr>
        <p:spPr>
          <a:xfrm>
            <a:off x="643349" y="648230"/>
            <a:ext cx="10905302" cy="1997060"/>
          </a:xfrm>
          <a:prstGeom prst="rect">
            <a:avLst/>
          </a:prstGeom>
          <a:solidFill>
            <a:schemeClr val="tx1">
              <a:lumMod val="75000"/>
              <a:lumOff val="25000"/>
            </a:schemeClr>
          </a:solidFill>
          <a:ln w="6350" cap="flat" cmpd="sng" algn="ctr">
            <a:noFill/>
            <a:prstDash val="solid"/>
          </a:ln>
          <a:effectLst>
            <a:outerShdw blurRad="50800" algn="ctr" rotWithShape="0">
              <a:prstClr val="black">
                <a:alpha val="66000"/>
              </a:prstClr>
            </a:outerShdw>
            <a:softEdge rad="0"/>
          </a:effectLst>
        </p:spPr>
      </p:sp>
      <p:sp>
        <p:nvSpPr>
          <p:cNvPr id="2" name="Title 1">
            <a:extLst>
              <a:ext uri="{FF2B5EF4-FFF2-40B4-BE49-F238E27FC236}">
                <a16:creationId xmlns:a16="http://schemas.microsoft.com/office/drawing/2014/main" id="{16983D5E-8A96-4276-9D60-66D16276D065}"/>
              </a:ext>
            </a:extLst>
          </p:cNvPr>
          <p:cNvSpPr>
            <a:spLocks noGrp="1"/>
          </p:cNvSpPr>
          <p:nvPr>
            <p:ph type="title"/>
          </p:nvPr>
        </p:nvSpPr>
        <p:spPr>
          <a:xfrm>
            <a:off x="912628" y="1057275"/>
            <a:ext cx="10366743" cy="1235895"/>
          </a:xfrm>
        </p:spPr>
        <p:txBody>
          <a:bodyPr/>
          <a:lstStyle>
            <a:lvl1pPr algn="ctr">
              <a:defRPr>
                <a:solidFill>
                  <a:schemeClr val="bg1"/>
                </a:solidFill>
              </a:defRPr>
            </a:lvl1pPr>
          </a:lstStyle>
          <a:p>
            <a:r>
              <a:rPr lang="en-US" dirty="0"/>
              <a:t>Click to edit Master title style</a:t>
            </a:r>
          </a:p>
        </p:txBody>
      </p:sp>
      <p:sp>
        <p:nvSpPr>
          <p:cNvPr id="7" name="Rectangle 6">
            <a:extLst>
              <a:ext uri="{FF2B5EF4-FFF2-40B4-BE49-F238E27FC236}">
                <a16:creationId xmlns:a16="http://schemas.microsoft.com/office/drawing/2014/main" id="{FC4707CC-694D-4162-B68A-B7D9345B3F32}"/>
              </a:ext>
              <a:ext uri="{C183D7F6-B498-43B3-948B-1728B52AA6E4}">
                <adec:decorative xmlns:adec="http://schemas.microsoft.com/office/drawing/2017/decorative" val="1"/>
              </a:ext>
            </a:extLst>
          </p:cNvPr>
          <p:cNvSpPr/>
          <p:nvPr userDrawn="1"/>
        </p:nvSpPr>
        <p:spPr>
          <a:xfrm>
            <a:off x="806196" y="814657"/>
            <a:ext cx="10579608" cy="1664208"/>
          </a:xfrm>
          <a:prstGeom prst="rect">
            <a:avLst/>
          </a:prstGeom>
          <a:noFill/>
          <a:ln w="6350" cap="sq" cmpd="sng" algn="ctr">
            <a:solidFill>
              <a:schemeClr val="bg1"/>
            </a:solidFill>
            <a:prstDash val="solid"/>
            <a:miter lim="800000"/>
          </a:ln>
          <a:effectLst/>
        </p:spPr>
      </p:sp>
      <p:sp>
        <p:nvSpPr>
          <p:cNvPr id="21" name="Picture Placeholder 20">
            <a:extLst>
              <a:ext uri="{FF2B5EF4-FFF2-40B4-BE49-F238E27FC236}">
                <a16:creationId xmlns:a16="http://schemas.microsoft.com/office/drawing/2014/main" id="{079F8F29-0E9E-49F7-93F4-FCC8C82EE115}"/>
              </a:ext>
            </a:extLst>
          </p:cNvPr>
          <p:cNvSpPr>
            <a:spLocks noGrp="1"/>
          </p:cNvSpPr>
          <p:nvPr>
            <p:ph type="pic" sz="quarter" idx="13"/>
          </p:nvPr>
        </p:nvSpPr>
        <p:spPr>
          <a:xfrm>
            <a:off x="609600" y="2884815"/>
            <a:ext cx="2279650" cy="2552700"/>
          </a:xfrm>
        </p:spPr>
        <p:txBody>
          <a:bodyPr/>
          <a:lstStyle/>
          <a:p>
            <a:endParaRPr lang="en-US" dirty="0"/>
          </a:p>
        </p:txBody>
      </p:sp>
      <p:sp>
        <p:nvSpPr>
          <p:cNvPr id="25" name="Text Placeholder 27">
            <a:extLst>
              <a:ext uri="{FF2B5EF4-FFF2-40B4-BE49-F238E27FC236}">
                <a16:creationId xmlns:a16="http://schemas.microsoft.com/office/drawing/2014/main" id="{9925214F-17A5-4C60-AADE-6A1BC129895C}"/>
              </a:ext>
            </a:extLst>
          </p:cNvPr>
          <p:cNvSpPr>
            <a:spLocks noGrp="1"/>
          </p:cNvSpPr>
          <p:nvPr>
            <p:ph type="body" sz="quarter" idx="17"/>
          </p:nvPr>
        </p:nvSpPr>
        <p:spPr>
          <a:xfrm>
            <a:off x="609599" y="5635244"/>
            <a:ext cx="2279649" cy="350292"/>
          </a:xfrm>
        </p:spPr>
        <p:txBody>
          <a:bodyPr>
            <a:normAutofit/>
          </a:bodyPr>
          <a:lstStyle>
            <a:lvl1pPr marL="0" indent="0" algn="ctr">
              <a:buNone/>
              <a:defRPr lang="en-US" sz="1800" kern="1200" dirty="0" smtClean="0">
                <a:solidFill>
                  <a:schemeClr val="tx1"/>
                </a:solidFill>
                <a:latin typeface="+mn-lt"/>
                <a:ea typeface="+mn-ea"/>
                <a:cs typeface="+mn-cs"/>
              </a:defRPr>
            </a:lvl1pPr>
            <a:lvl2pPr marL="0" indent="0">
              <a:buNone/>
              <a:defRPr/>
            </a:lvl2pPr>
          </a:lstStyle>
          <a:p>
            <a:pPr lvl="0"/>
            <a:r>
              <a:rPr lang="en-US" dirty="0"/>
              <a:t>Click to edit</a:t>
            </a:r>
          </a:p>
        </p:txBody>
      </p:sp>
      <p:sp>
        <p:nvSpPr>
          <p:cNvPr id="26" name="Text Placeholder 27">
            <a:extLst>
              <a:ext uri="{FF2B5EF4-FFF2-40B4-BE49-F238E27FC236}">
                <a16:creationId xmlns:a16="http://schemas.microsoft.com/office/drawing/2014/main" id="{10700E3A-7CD7-4A3D-BA94-0E5BCAC92A8A}"/>
              </a:ext>
            </a:extLst>
          </p:cNvPr>
          <p:cNvSpPr>
            <a:spLocks noGrp="1"/>
          </p:cNvSpPr>
          <p:nvPr>
            <p:ph type="body" sz="quarter" idx="18"/>
          </p:nvPr>
        </p:nvSpPr>
        <p:spPr>
          <a:xfrm>
            <a:off x="609599" y="5912412"/>
            <a:ext cx="2279649" cy="350292"/>
          </a:xfrm>
        </p:spPr>
        <p:txBody>
          <a:bodyPr>
            <a:noAutofit/>
          </a:bodyPr>
          <a:lstStyle>
            <a:lvl1pPr marL="0" indent="0" algn="ctr">
              <a:buNone/>
              <a:defRPr lang="en-US" sz="1400" kern="1200" dirty="0" smtClean="0">
                <a:solidFill>
                  <a:schemeClr val="tx1"/>
                </a:solidFill>
                <a:latin typeface="+mn-lt"/>
                <a:ea typeface="+mn-ea"/>
                <a:cs typeface="+mn-cs"/>
              </a:defRPr>
            </a:lvl1pPr>
            <a:lvl2pPr marL="0" indent="0">
              <a:buNone/>
              <a:defRPr/>
            </a:lvl2pPr>
          </a:lstStyle>
          <a:p>
            <a:pPr lvl="0"/>
            <a:r>
              <a:rPr lang="en-US" dirty="0"/>
              <a:t>Click to edit</a:t>
            </a:r>
          </a:p>
        </p:txBody>
      </p:sp>
      <p:sp>
        <p:nvSpPr>
          <p:cNvPr id="22" name="Picture Placeholder 20">
            <a:extLst>
              <a:ext uri="{FF2B5EF4-FFF2-40B4-BE49-F238E27FC236}">
                <a16:creationId xmlns:a16="http://schemas.microsoft.com/office/drawing/2014/main" id="{2E6EB481-2A99-4088-95C0-0D5BAFDFF02F}"/>
              </a:ext>
            </a:extLst>
          </p:cNvPr>
          <p:cNvSpPr>
            <a:spLocks noGrp="1"/>
          </p:cNvSpPr>
          <p:nvPr>
            <p:ph type="pic" sz="quarter" idx="14"/>
          </p:nvPr>
        </p:nvSpPr>
        <p:spPr>
          <a:xfrm>
            <a:off x="3496066" y="2884815"/>
            <a:ext cx="2279650" cy="2552700"/>
          </a:xfrm>
        </p:spPr>
        <p:txBody>
          <a:bodyPr/>
          <a:lstStyle/>
          <a:p>
            <a:endParaRPr lang="en-US" dirty="0"/>
          </a:p>
        </p:txBody>
      </p:sp>
      <p:sp>
        <p:nvSpPr>
          <p:cNvPr id="27" name="Text Placeholder 27">
            <a:extLst>
              <a:ext uri="{FF2B5EF4-FFF2-40B4-BE49-F238E27FC236}">
                <a16:creationId xmlns:a16="http://schemas.microsoft.com/office/drawing/2014/main" id="{4097BC1F-331F-4D57-993D-EFBB792275DD}"/>
              </a:ext>
            </a:extLst>
          </p:cNvPr>
          <p:cNvSpPr>
            <a:spLocks noGrp="1"/>
          </p:cNvSpPr>
          <p:nvPr>
            <p:ph type="body" sz="quarter" idx="19"/>
          </p:nvPr>
        </p:nvSpPr>
        <p:spPr>
          <a:xfrm>
            <a:off x="3496067" y="5635244"/>
            <a:ext cx="2279649" cy="350292"/>
          </a:xfrm>
        </p:spPr>
        <p:txBody>
          <a:bodyPr>
            <a:normAutofit/>
          </a:bodyPr>
          <a:lstStyle>
            <a:lvl1pPr marL="0" indent="0" algn="ctr">
              <a:buNone/>
              <a:defRPr lang="en-US" sz="1800" kern="1200" dirty="0" smtClean="0">
                <a:solidFill>
                  <a:schemeClr val="tx1"/>
                </a:solidFill>
                <a:latin typeface="+mn-lt"/>
                <a:ea typeface="+mn-ea"/>
                <a:cs typeface="+mn-cs"/>
              </a:defRPr>
            </a:lvl1pPr>
            <a:lvl2pPr marL="0" indent="0">
              <a:buNone/>
              <a:defRPr/>
            </a:lvl2pPr>
          </a:lstStyle>
          <a:p>
            <a:pPr lvl="0"/>
            <a:r>
              <a:rPr lang="en-US" dirty="0"/>
              <a:t>Click to edit</a:t>
            </a:r>
          </a:p>
        </p:txBody>
      </p:sp>
      <p:sp>
        <p:nvSpPr>
          <p:cNvPr id="28" name="Text Placeholder 27">
            <a:extLst>
              <a:ext uri="{FF2B5EF4-FFF2-40B4-BE49-F238E27FC236}">
                <a16:creationId xmlns:a16="http://schemas.microsoft.com/office/drawing/2014/main" id="{DCC61962-73A1-4768-8408-43E07ED2C1AB}"/>
              </a:ext>
            </a:extLst>
          </p:cNvPr>
          <p:cNvSpPr>
            <a:spLocks noGrp="1"/>
          </p:cNvSpPr>
          <p:nvPr>
            <p:ph type="body" sz="quarter" idx="20"/>
          </p:nvPr>
        </p:nvSpPr>
        <p:spPr>
          <a:xfrm>
            <a:off x="3496067" y="5912412"/>
            <a:ext cx="2279649" cy="350292"/>
          </a:xfrm>
        </p:spPr>
        <p:txBody>
          <a:bodyPr>
            <a:noAutofit/>
          </a:bodyPr>
          <a:lstStyle>
            <a:lvl1pPr marL="0" indent="0" algn="ctr">
              <a:buNone/>
              <a:defRPr lang="en-US" sz="1400" kern="1200" dirty="0" smtClean="0">
                <a:solidFill>
                  <a:schemeClr val="tx1"/>
                </a:solidFill>
                <a:latin typeface="+mn-lt"/>
                <a:ea typeface="+mn-ea"/>
                <a:cs typeface="+mn-cs"/>
              </a:defRPr>
            </a:lvl1pPr>
            <a:lvl2pPr marL="0" indent="0">
              <a:buNone/>
              <a:defRPr/>
            </a:lvl2pPr>
          </a:lstStyle>
          <a:p>
            <a:pPr lvl="0"/>
            <a:r>
              <a:rPr lang="en-US" dirty="0"/>
              <a:t>Click to edit</a:t>
            </a:r>
          </a:p>
        </p:txBody>
      </p:sp>
      <p:sp>
        <p:nvSpPr>
          <p:cNvPr id="36" name="Footer Placeholder 4">
            <a:extLst>
              <a:ext uri="{FF2B5EF4-FFF2-40B4-BE49-F238E27FC236}">
                <a16:creationId xmlns:a16="http://schemas.microsoft.com/office/drawing/2014/main" id="{8013A142-804D-471C-B2DD-DEC1B8C58502}"/>
              </a:ext>
            </a:extLst>
          </p:cNvPr>
          <p:cNvSpPr>
            <a:spLocks noGrp="1"/>
          </p:cNvSpPr>
          <p:nvPr>
            <p:ph type="ftr" sz="quarter" idx="11"/>
          </p:nvPr>
        </p:nvSpPr>
        <p:spPr>
          <a:xfrm>
            <a:off x="639095" y="6296388"/>
            <a:ext cx="5816600" cy="365760"/>
          </a:xfrm>
        </p:spPr>
        <p:txBody>
          <a:bodyPr/>
          <a:lstStyle/>
          <a:p>
            <a:r>
              <a:rPr lang="en-US"/>
              <a:t>Sample Footer Text</a:t>
            </a:r>
            <a:endParaRPr lang="en-US" dirty="0"/>
          </a:p>
        </p:txBody>
      </p:sp>
      <p:sp>
        <p:nvSpPr>
          <p:cNvPr id="23" name="Picture Placeholder 20">
            <a:extLst>
              <a:ext uri="{FF2B5EF4-FFF2-40B4-BE49-F238E27FC236}">
                <a16:creationId xmlns:a16="http://schemas.microsoft.com/office/drawing/2014/main" id="{A231814F-4139-4547-9058-18BF9C9E8833}"/>
              </a:ext>
            </a:extLst>
          </p:cNvPr>
          <p:cNvSpPr>
            <a:spLocks noGrp="1"/>
          </p:cNvSpPr>
          <p:nvPr>
            <p:ph type="pic" sz="quarter" idx="15"/>
          </p:nvPr>
        </p:nvSpPr>
        <p:spPr>
          <a:xfrm>
            <a:off x="6382532" y="2884815"/>
            <a:ext cx="2279650" cy="2552700"/>
          </a:xfrm>
        </p:spPr>
        <p:txBody>
          <a:bodyPr/>
          <a:lstStyle/>
          <a:p>
            <a:endParaRPr lang="en-US" dirty="0"/>
          </a:p>
        </p:txBody>
      </p:sp>
      <p:sp>
        <p:nvSpPr>
          <p:cNvPr id="29" name="Text Placeholder 27">
            <a:extLst>
              <a:ext uri="{FF2B5EF4-FFF2-40B4-BE49-F238E27FC236}">
                <a16:creationId xmlns:a16="http://schemas.microsoft.com/office/drawing/2014/main" id="{A6CD17BC-BF82-4EF5-8F4B-8D615A2FD248}"/>
              </a:ext>
            </a:extLst>
          </p:cNvPr>
          <p:cNvSpPr>
            <a:spLocks noGrp="1"/>
          </p:cNvSpPr>
          <p:nvPr>
            <p:ph type="body" sz="quarter" idx="21"/>
          </p:nvPr>
        </p:nvSpPr>
        <p:spPr>
          <a:xfrm>
            <a:off x="6382535" y="5635244"/>
            <a:ext cx="2279649" cy="350292"/>
          </a:xfrm>
        </p:spPr>
        <p:txBody>
          <a:bodyPr>
            <a:normAutofit/>
          </a:bodyPr>
          <a:lstStyle>
            <a:lvl1pPr marL="0" indent="0" algn="ctr">
              <a:buNone/>
              <a:defRPr lang="en-US" sz="1800" kern="1200" dirty="0" smtClean="0">
                <a:solidFill>
                  <a:schemeClr val="tx1"/>
                </a:solidFill>
                <a:latin typeface="+mn-lt"/>
                <a:ea typeface="+mn-ea"/>
                <a:cs typeface="+mn-cs"/>
              </a:defRPr>
            </a:lvl1pPr>
            <a:lvl2pPr marL="0" indent="0">
              <a:buNone/>
              <a:defRPr/>
            </a:lvl2pPr>
          </a:lstStyle>
          <a:p>
            <a:pPr lvl="0"/>
            <a:r>
              <a:rPr lang="en-US" dirty="0"/>
              <a:t>Click to edit</a:t>
            </a:r>
          </a:p>
        </p:txBody>
      </p:sp>
      <p:sp>
        <p:nvSpPr>
          <p:cNvPr id="30" name="Text Placeholder 27">
            <a:extLst>
              <a:ext uri="{FF2B5EF4-FFF2-40B4-BE49-F238E27FC236}">
                <a16:creationId xmlns:a16="http://schemas.microsoft.com/office/drawing/2014/main" id="{CA5F4D35-7EF1-463D-8005-F3950B654127}"/>
              </a:ext>
            </a:extLst>
          </p:cNvPr>
          <p:cNvSpPr>
            <a:spLocks noGrp="1"/>
          </p:cNvSpPr>
          <p:nvPr>
            <p:ph type="body" sz="quarter" idx="22"/>
          </p:nvPr>
        </p:nvSpPr>
        <p:spPr>
          <a:xfrm>
            <a:off x="6382535" y="5912412"/>
            <a:ext cx="2279649" cy="350292"/>
          </a:xfrm>
        </p:spPr>
        <p:txBody>
          <a:bodyPr>
            <a:noAutofit/>
          </a:bodyPr>
          <a:lstStyle>
            <a:lvl1pPr marL="0" indent="0" algn="ctr">
              <a:buNone/>
              <a:defRPr lang="en-US" sz="1400" kern="1200" dirty="0" smtClean="0">
                <a:solidFill>
                  <a:schemeClr val="tx1"/>
                </a:solidFill>
                <a:latin typeface="+mn-lt"/>
                <a:ea typeface="+mn-ea"/>
                <a:cs typeface="+mn-cs"/>
              </a:defRPr>
            </a:lvl1pPr>
            <a:lvl2pPr marL="0" indent="0">
              <a:buNone/>
              <a:defRPr/>
            </a:lvl2pPr>
          </a:lstStyle>
          <a:p>
            <a:pPr lvl="0"/>
            <a:r>
              <a:rPr lang="en-US" dirty="0"/>
              <a:t>Click to edit</a:t>
            </a:r>
          </a:p>
        </p:txBody>
      </p:sp>
      <p:sp>
        <p:nvSpPr>
          <p:cNvPr id="24" name="Picture Placeholder 20">
            <a:extLst>
              <a:ext uri="{FF2B5EF4-FFF2-40B4-BE49-F238E27FC236}">
                <a16:creationId xmlns:a16="http://schemas.microsoft.com/office/drawing/2014/main" id="{6CDB3226-AAE1-4106-A166-12BCFA73DA18}"/>
              </a:ext>
            </a:extLst>
          </p:cNvPr>
          <p:cNvSpPr>
            <a:spLocks noGrp="1"/>
          </p:cNvSpPr>
          <p:nvPr>
            <p:ph type="pic" sz="quarter" idx="16"/>
          </p:nvPr>
        </p:nvSpPr>
        <p:spPr>
          <a:xfrm>
            <a:off x="9269001" y="2884815"/>
            <a:ext cx="2279650" cy="2552700"/>
          </a:xfrm>
        </p:spPr>
        <p:txBody>
          <a:bodyPr/>
          <a:lstStyle/>
          <a:p>
            <a:endParaRPr lang="en-US" dirty="0"/>
          </a:p>
        </p:txBody>
      </p:sp>
      <p:sp>
        <p:nvSpPr>
          <p:cNvPr id="31" name="Text Placeholder 27">
            <a:extLst>
              <a:ext uri="{FF2B5EF4-FFF2-40B4-BE49-F238E27FC236}">
                <a16:creationId xmlns:a16="http://schemas.microsoft.com/office/drawing/2014/main" id="{C3CD8083-90C5-4685-A286-1A99E5DC3125}"/>
              </a:ext>
            </a:extLst>
          </p:cNvPr>
          <p:cNvSpPr>
            <a:spLocks noGrp="1"/>
          </p:cNvSpPr>
          <p:nvPr>
            <p:ph type="body" sz="quarter" idx="23"/>
          </p:nvPr>
        </p:nvSpPr>
        <p:spPr>
          <a:xfrm>
            <a:off x="9269002" y="5635244"/>
            <a:ext cx="2279649" cy="350292"/>
          </a:xfrm>
        </p:spPr>
        <p:txBody>
          <a:bodyPr>
            <a:normAutofit/>
          </a:bodyPr>
          <a:lstStyle>
            <a:lvl1pPr marL="0" indent="0" algn="ctr">
              <a:buNone/>
              <a:defRPr lang="en-US" sz="1800" kern="1200" dirty="0" smtClean="0">
                <a:solidFill>
                  <a:schemeClr val="tx1"/>
                </a:solidFill>
                <a:latin typeface="+mn-lt"/>
                <a:ea typeface="+mn-ea"/>
                <a:cs typeface="+mn-cs"/>
              </a:defRPr>
            </a:lvl1pPr>
            <a:lvl2pPr marL="0" indent="0">
              <a:buNone/>
              <a:defRPr/>
            </a:lvl2pPr>
          </a:lstStyle>
          <a:p>
            <a:pPr lvl="0"/>
            <a:r>
              <a:rPr lang="en-US" dirty="0"/>
              <a:t>Click to edit</a:t>
            </a:r>
          </a:p>
        </p:txBody>
      </p:sp>
      <p:sp>
        <p:nvSpPr>
          <p:cNvPr id="32" name="Text Placeholder 27">
            <a:extLst>
              <a:ext uri="{FF2B5EF4-FFF2-40B4-BE49-F238E27FC236}">
                <a16:creationId xmlns:a16="http://schemas.microsoft.com/office/drawing/2014/main" id="{5FB222BC-D05B-4E76-A0DC-25657322AF84}"/>
              </a:ext>
            </a:extLst>
          </p:cNvPr>
          <p:cNvSpPr>
            <a:spLocks noGrp="1"/>
          </p:cNvSpPr>
          <p:nvPr>
            <p:ph type="body" sz="quarter" idx="24"/>
          </p:nvPr>
        </p:nvSpPr>
        <p:spPr>
          <a:xfrm>
            <a:off x="9269002" y="5912412"/>
            <a:ext cx="2279649" cy="350292"/>
          </a:xfrm>
        </p:spPr>
        <p:txBody>
          <a:bodyPr>
            <a:noAutofit/>
          </a:bodyPr>
          <a:lstStyle>
            <a:lvl1pPr marL="0" indent="0" algn="ctr">
              <a:buNone/>
              <a:defRPr lang="en-US" sz="1400" kern="1200" dirty="0" smtClean="0">
                <a:solidFill>
                  <a:schemeClr val="tx1"/>
                </a:solidFill>
                <a:latin typeface="+mn-lt"/>
                <a:ea typeface="+mn-ea"/>
                <a:cs typeface="+mn-cs"/>
              </a:defRPr>
            </a:lvl1pPr>
            <a:lvl2pPr marL="0" indent="0">
              <a:buNone/>
              <a:defRPr/>
            </a:lvl2pPr>
          </a:lstStyle>
          <a:p>
            <a:pPr lvl="0"/>
            <a:r>
              <a:rPr lang="en-US" dirty="0"/>
              <a:t>Click to edit</a:t>
            </a:r>
          </a:p>
        </p:txBody>
      </p:sp>
      <p:cxnSp>
        <p:nvCxnSpPr>
          <p:cNvPr id="9" name="Straight Connector 8">
            <a:extLst>
              <a:ext uri="{FF2B5EF4-FFF2-40B4-BE49-F238E27FC236}">
                <a16:creationId xmlns:a16="http://schemas.microsoft.com/office/drawing/2014/main" id="{4D6FBB75-8D79-4225-A448-37C04F053D3B}"/>
              </a:ext>
              <a:ext uri="{C183D7F6-B498-43B3-948B-1728B52AA6E4}">
                <adec:decorative xmlns:adec="http://schemas.microsoft.com/office/drawing/2017/decorative" val="1"/>
              </a:ext>
            </a:extLst>
          </p:cNvPr>
          <p:cNvCxnSpPr/>
          <p:nvPr userDrawn="1"/>
        </p:nvCxnSpPr>
        <p:spPr>
          <a:xfrm>
            <a:off x="3192658" y="3310653"/>
            <a:ext cx="0" cy="1747157"/>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4C41CC5-2A7C-4774-98CE-C7212DFDCC08}"/>
              </a:ext>
              <a:ext uri="{C183D7F6-B498-43B3-948B-1728B52AA6E4}">
                <adec:decorative xmlns:adec="http://schemas.microsoft.com/office/drawing/2017/decorative" val="1"/>
              </a:ext>
            </a:extLst>
          </p:cNvPr>
          <p:cNvCxnSpPr/>
          <p:nvPr userDrawn="1"/>
        </p:nvCxnSpPr>
        <p:spPr>
          <a:xfrm>
            <a:off x="6079124" y="3310653"/>
            <a:ext cx="0" cy="1747157"/>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2861725-0EF3-4133-B06C-063F42B11115}"/>
              </a:ext>
              <a:ext uri="{C183D7F6-B498-43B3-948B-1728B52AA6E4}">
                <adec:decorative xmlns:adec="http://schemas.microsoft.com/office/drawing/2017/decorative" val="1"/>
              </a:ext>
            </a:extLst>
          </p:cNvPr>
          <p:cNvCxnSpPr/>
          <p:nvPr userDrawn="1"/>
        </p:nvCxnSpPr>
        <p:spPr>
          <a:xfrm>
            <a:off x="8965590" y="3310653"/>
            <a:ext cx="0" cy="1747157"/>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5" name="Date Placeholder 3">
            <a:extLst>
              <a:ext uri="{FF2B5EF4-FFF2-40B4-BE49-F238E27FC236}">
                <a16:creationId xmlns:a16="http://schemas.microsoft.com/office/drawing/2014/main" id="{7FDBCC4A-1C49-4C93-AD45-AD78087E23D6}"/>
              </a:ext>
            </a:extLst>
          </p:cNvPr>
          <p:cNvSpPr txBox="1">
            <a:spLocks/>
          </p:cNvSpPr>
          <p:nvPr userDrawn="1"/>
        </p:nvSpPr>
        <p:spPr>
          <a:xfrm>
            <a:off x="7684497" y="6296388"/>
            <a:ext cx="2893045" cy="36576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20XX</a:t>
            </a:r>
          </a:p>
        </p:txBody>
      </p:sp>
      <p:sp>
        <p:nvSpPr>
          <p:cNvPr id="37" name="Slide Number Placeholder 5">
            <a:extLst>
              <a:ext uri="{FF2B5EF4-FFF2-40B4-BE49-F238E27FC236}">
                <a16:creationId xmlns:a16="http://schemas.microsoft.com/office/drawing/2014/main" id="{5EB09A52-50AB-4593-BCB7-23D4AEC88507}"/>
              </a:ext>
            </a:extLst>
          </p:cNvPr>
          <p:cNvSpPr>
            <a:spLocks noGrp="1"/>
          </p:cNvSpPr>
          <p:nvPr userDrawn="1">
            <p:ph type="sldNum" sz="quarter" idx="12"/>
          </p:nvPr>
        </p:nvSpPr>
        <p:spPr>
          <a:xfrm>
            <a:off x="10537721" y="6286556"/>
            <a:ext cx="838200" cy="365760"/>
          </a:xfrm>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83755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C4A46BB-9B50-4F09-9059-DA78048129D4}"/>
              </a:ext>
            </a:extLst>
          </p:cNvPr>
          <p:cNvSpPr/>
          <p:nvPr userDrawn="1"/>
        </p:nvSpPr>
        <p:spPr>
          <a:xfrm>
            <a:off x="5695067" y="1808532"/>
            <a:ext cx="5452527" cy="3240936"/>
          </a:xfrm>
          <a:prstGeom prst="rect">
            <a:avLst/>
          </a:prstGeom>
          <a:solidFill>
            <a:schemeClr val="tx1">
              <a:lumMod val="75000"/>
              <a:lumOff val="25000"/>
            </a:schemeClr>
          </a:solidFill>
          <a:ln w="6350" cap="sq" cmpd="sng" algn="ctr">
            <a:noFill/>
            <a:prstDash val="solid"/>
            <a:miter lim="800000"/>
          </a:ln>
          <a:effectLst/>
        </p:spPr>
      </p:sp>
      <p:sp>
        <p:nvSpPr>
          <p:cNvPr id="2" name="Title 1">
            <a:extLst>
              <a:ext uri="{FF2B5EF4-FFF2-40B4-BE49-F238E27FC236}">
                <a16:creationId xmlns:a16="http://schemas.microsoft.com/office/drawing/2014/main" id="{AF26F410-6A1D-427A-8C06-A0023004F50B}"/>
              </a:ext>
            </a:extLst>
          </p:cNvPr>
          <p:cNvSpPr>
            <a:spLocks noGrp="1"/>
          </p:cNvSpPr>
          <p:nvPr>
            <p:ph type="title"/>
          </p:nvPr>
        </p:nvSpPr>
        <p:spPr>
          <a:xfrm>
            <a:off x="6033793" y="2735221"/>
            <a:ext cx="4775075" cy="851219"/>
          </a:xfrm>
        </p:spPr>
        <p:txBody>
          <a:bodyPr/>
          <a:lstStyle>
            <a:lvl1pPr algn="ctr">
              <a:defRPr>
                <a:solidFill>
                  <a:schemeClr val="bg1"/>
                </a:solidFill>
              </a:defRPr>
            </a:lvl1pPr>
          </a:lstStyle>
          <a:p>
            <a:r>
              <a:rPr lang="en-US" dirty="0"/>
              <a:t>Click to edit</a:t>
            </a:r>
          </a:p>
        </p:txBody>
      </p:sp>
      <p:sp>
        <p:nvSpPr>
          <p:cNvPr id="7" name="Rectangle 6">
            <a:extLst>
              <a:ext uri="{FF2B5EF4-FFF2-40B4-BE49-F238E27FC236}">
                <a16:creationId xmlns:a16="http://schemas.microsoft.com/office/drawing/2014/main" id="{7DDF1FF2-5B9A-4BE9-AD3C-F215F0D25F7A}"/>
              </a:ext>
            </a:extLst>
          </p:cNvPr>
          <p:cNvSpPr/>
          <p:nvPr userDrawn="1"/>
        </p:nvSpPr>
        <p:spPr>
          <a:xfrm>
            <a:off x="5861010" y="1975104"/>
            <a:ext cx="5120640" cy="2907792"/>
          </a:xfrm>
          <a:prstGeom prst="rect">
            <a:avLst/>
          </a:prstGeom>
          <a:noFill/>
          <a:ln w="6350" cap="sq" cmpd="sng" algn="ctr">
            <a:solidFill>
              <a:schemeClr val="bg1"/>
            </a:solidFill>
            <a:prstDash val="solid"/>
            <a:miter lim="800000"/>
          </a:ln>
          <a:effectLst>
            <a:softEdge rad="0"/>
          </a:effectLst>
        </p:spPr>
      </p:sp>
      <p:sp>
        <p:nvSpPr>
          <p:cNvPr id="9" name="Subtitle 2">
            <a:extLst>
              <a:ext uri="{FF2B5EF4-FFF2-40B4-BE49-F238E27FC236}">
                <a16:creationId xmlns:a16="http://schemas.microsoft.com/office/drawing/2014/main" id="{04FC6A22-F9EC-4E20-B9CC-F012FA8E4C27}"/>
              </a:ext>
            </a:extLst>
          </p:cNvPr>
          <p:cNvSpPr>
            <a:spLocks noGrp="1"/>
          </p:cNvSpPr>
          <p:nvPr>
            <p:ph type="subTitle" idx="1"/>
          </p:nvPr>
        </p:nvSpPr>
        <p:spPr>
          <a:xfrm>
            <a:off x="6033793" y="3995988"/>
            <a:ext cx="4775075" cy="559656"/>
          </a:xfrm>
        </p:spPr>
        <p:txBody>
          <a:bodyPr/>
          <a:lstStyle>
            <a:lvl1pPr marL="0" indent="0" algn="ctr">
              <a:buNone/>
              <a:defRPr>
                <a:solidFill>
                  <a:schemeClr val="bg1"/>
                </a:solidFill>
              </a:defRPr>
            </a:lvl1pPr>
          </a:lstStyle>
          <a:p>
            <a:r>
              <a:rPr lang="en-US" dirty="0">
                <a:solidFill>
                  <a:schemeClr val="tx1"/>
                </a:solidFill>
              </a:rPr>
              <a:t>Subtitle</a:t>
            </a:r>
          </a:p>
        </p:txBody>
      </p:sp>
      <p:sp>
        <p:nvSpPr>
          <p:cNvPr id="10" name="Date Placeholder 17">
            <a:extLst>
              <a:ext uri="{FF2B5EF4-FFF2-40B4-BE49-F238E27FC236}">
                <a16:creationId xmlns:a16="http://schemas.microsoft.com/office/drawing/2014/main" id="{ABF19E1F-D7E9-4D44-9873-8D8DDC338F7E}"/>
              </a:ext>
            </a:extLst>
          </p:cNvPr>
          <p:cNvSpPr txBox="1">
            <a:spLocks/>
          </p:cNvSpPr>
          <p:nvPr userDrawn="1"/>
        </p:nvSpPr>
        <p:spPr>
          <a:xfrm>
            <a:off x="7369770" y="2040249"/>
            <a:ext cx="2103120" cy="315209"/>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defRPr/>
            </a:pPr>
            <a:r>
              <a:rPr lang="en-US" sz="1300" dirty="0">
                <a:solidFill>
                  <a:schemeClr val="bg1"/>
                </a:solidFill>
              </a:rPr>
              <a:t>20XX</a:t>
            </a:r>
          </a:p>
        </p:txBody>
      </p:sp>
      <p:sp>
        <p:nvSpPr>
          <p:cNvPr id="22" name="Picture Placeholder 21">
            <a:extLst>
              <a:ext uri="{FF2B5EF4-FFF2-40B4-BE49-F238E27FC236}">
                <a16:creationId xmlns:a16="http://schemas.microsoft.com/office/drawing/2014/main" id="{93C72E99-B7BE-4F82-AD93-38765570DB39}"/>
              </a:ext>
            </a:extLst>
          </p:cNvPr>
          <p:cNvSpPr>
            <a:spLocks noGrp="1"/>
          </p:cNvSpPr>
          <p:nvPr>
            <p:ph type="pic" sz="quarter" idx="10"/>
          </p:nvPr>
        </p:nvSpPr>
        <p:spPr>
          <a:xfrm>
            <a:off x="0" y="0"/>
            <a:ext cx="12192000" cy="6858000"/>
          </a:xfrm>
          <a:custGeom>
            <a:avLst/>
            <a:gdLst>
              <a:gd name="connsiteX0" fmla="*/ 5695067 w 12192000"/>
              <a:gd name="connsiteY0" fmla="*/ 1808532 h 6858000"/>
              <a:gd name="connsiteX1" fmla="*/ 5695067 w 12192000"/>
              <a:gd name="connsiteY1" fmla="*/ 5049468 h 6858000"/>
              <a:gd name="connsiteX2" fmla="*/ 11147594 w 12192000"/>
              <a:gd name="connsiteY2" fmla="*/ 5049468 h 6858000"/>
              <a:gd name="connsiteX3" fmla="*/ 11147594 w 12192000"/>
              <a:gd name="connsiteY3" fmla="*/ 1808532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695067" y="1808532"/>
                </a:moveTo>
                <a:lnTo>
                  <a:pt x="5695067" y="5049468"/>
                </a:lnTo>
                <a:lnTo>
                  <a:pt x="11147594" y="5049468"/>
                </a:lnTo>
                <a:lnTo>
                  <a:pt x="11147594" y="1808532"/>
                </a:lnTo>
                <a:close/>
                <a:moveTo>
                  <a:pt x="0" y="0"/>
                </a:moveTo>
                <a:lnTo>
                  <a:pt x="12192000" y="0"/>
                </a:lnTo>
                <a:lnTo>
                  <a:pt x="12192000" y="6858000"/>
                </a:lnTo>
                <a:lnTo>
                  <a:pt x="0" y="6858000"/>
                </a:lnTo>
                <a:close/>
              </a:path>
            </a:pathLst>
          </a:custGeom>
        </p:spPr>
        <p:txBody>
          <a:bodyPr wrap="square">
            <a:noAutofit/>
          </a:bodyPr>
          <a:lstStyle/>
          <a:p>
            <a:endParaRPr lang="en-US" dirty="0"/>
          </a:p>
        </p:txBody>
      </p:sp>
    </p:spTree>
    <p:extLst>
      <p:ext uri="{BB962C8B-B14F-4D97-AF65-F5344CB8AC3E}">
        <p14:creationId xmlns:p14="http://schemas.microsoft.com/office/powerpoint/2010/main" val="264654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ummary">
    <p:bg>
      <p:bgPr>
        <a:solidFill>
          <a:schemeClr val="bg1">
            <a:lumMod val="75000"/>
            <a:lumOff val="2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49982C2-1320-41E5-A31C-D8DA5C8A462F}"/>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lumMod val="75000"/>
              <a:lumOff val="25000"/>
            </a:schemeClr>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EC563FB1-76A9-4E53-9493-2B8680D68662}"/>
              </a:ext>
              <a:ext uri="{C183D7F6-B498-43B3-948B-1728B52AA6E4}">
                <adec:decorative xmlns:adec="http://schemas.microsoft.com/office/drawing/2017/decorative" val="1"/>
              </a:ext>
            </a:extLst>
          </p:cNvPr>
          <p:cNvSpPr/>
          <p:nvPr userDrawn="1"/>
        </p:nvSpPr>
        <p:spPr>
          <a:xfrm>
            <a:off x="4448" y="0"/>
            <a:ext cx="4651122" cy="6858000"/>
          </a:xfrm>
          <a:prstGeom prst="rect">
            <a:avLst/>
          </a:prstGeom>
          <a:solidFill>
            <a:schemeClr val="tx1"/>
          </a:solidFill>
          <a:ln>
            <a:noFill/>
          </a:ln>
          <a:effectLst>
            <a:innerShdw blurRad="63500" dist="31750">
              <a:prstClr val="black">
                <a:alpha val="4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7C8F116A-4F5C-40E2-836F-919B8B939AD2}"/>
              </a:ext>
              <a:ext uri="{C183D7F6-B498-43B3-948B-1728B52AA6E4}">
                <adec:decorative xmlns:adec="http://schemas.microsoft.com/office/drawing/2017/decorative" val="1"/>
              </a:ext>
            </a:extLst>
          </p:cNvPr>
          <p:cNvSpPr/>
          <p:nvPr userDrawn="1"/>
        </p:nvSpPr>
        <p:spPr>
          <a:xfrm>
            <a:off x="1272" y="4123592"/>
            <a:ext cx="4654296" cy="91440"/>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2027D978-81FB-4612-81AA-B7123E0D5B0C}"/>
              </a:ext>
              <a:ext uri="{C183D7F6-B498-43B3-948B-1728B52AA6E4}">
                <adec:decorative xmlns:adec="http://schemas.microsoft.com/office/drawing/2017/decorative" val="1"/>
              </a:ext>
            </a:extLst>
          </p:cNvPr>
          <p:cNvSpPr/>
          <p:nvPr userDrawn="1"/>
        </p:nvSpPr>
        <p:spPr>
          <a:xfrm>
            <a:off x="2284289" y="0"/>
            <a:ext cx="91440" cy="4206240"/>
          </a:xfrm>
          <a:prstGeom prst="rect">
            <a:avLst/>
          </a:prstGeom>
          <a:solidFill>
            <a:schemeClr val="bg1">
              <a:lumMod val="75000"/>
              <a:lumOff val="25000"/>
            </a:schemeClr>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00DC717-7560-4850-A68A-A881C97F3711}"/>
              </a:ext>
              <a:ext uri="{C183D7F6-B498-43B3-948B-1728B52AA6E4}">
                <adec:decorative xmlns:adec="http://schemas.microsoft.com/office/drawing/2017/decorative" val="1"/>
              </a:ext>
            </a:extLst>
          </p:cNvPr>
          <p:cNvSpPr/>
          <p:nvPr userDrawn="1"/>
        </p:nvSpPr>
        <p:spPr>
          <a:xfrm>
            <a:off x="2284289" y="2057400"/>
            <a:ext cx="2377440" cy="91440"/>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69F22527-F181-4C80-9977-C9894355CA8D}"/>
              </a:ext>
              <a:ext uri="{C183D7F6-B498-43B3-948B-1728B52AA6E4}">
                <adec:decorative xmlns:adec="http://schemas.microsoft.com/office/drawing/2017/decorative" val="1"/>
              </a:ext>
            </a:extLst>
          </p:cNvPr>
          <p:cNvSpPr/>
          <p:nvPr userDrawn="1"/>
        </p:nvSpPr>
        <p:spPr>
          <a:xfrm>
            <a:off x="5614028" y="971453"/>
            <a:ext cx="5623560" cy="4910328"/>
          </a:xfrm>
          <a:prstGeom prst="rect">
            <a:avLst/>
          </a:prstGeom>
          <a:noFill/>
          <a:ln w="6350" cap="sq" cmpd="sng" algn="ctr">
            <a:solidFill>
              <a:schemeClr val="bg1">
                <a:lumMod val="75000"/>
                <a:lumOff val="25000"/>
              </a:schemeClr>
            </a:solidFill>
            <a:prstDash val="solid"/>
            <a:miter lim="800000"/>
          </a:ln>
          <a:effectLst/>
        </p:spPr>
      </p:sp>
      <p:sp>
        <p:nvSpPr>
          <p:cNvPr id="16" name="Rectangle 15">
            <a:extLst>
              <a:ext uri="{FF2B5EF4-FFF2-40B4-BE49-F238E27FC236}">
                <a16:creationId xmlns:a16="http://schemas.microsoft.com/office/drawing/2014/main" id="{7CABAC30-6A2F-4907-8502-17DF9AEEE9CD}"/>
              </a:ext>
              <a:ext uri="{C183D7F6-B498-43B3-948B-1728B52AA6E4}">
                <adec:decorative xmlns:adec="http://schemas.microsoft.com/office/drawing/2017/decorative" val="1"/>
              </a:ext>
            </a:extLst>
          </p:cNvPr>
          <p:cNvSpPr/>
          <p:nvPr userDrawn="1"/>
        </p:nvSpPr>
        <p:spPr>
          <a:xfrm>
            <a:off x="5448300" y="806861"/>
            <a:ext cx="5955017" cy="5239512"/>
          </a:xfrm>
          <a:prstGeom prst="rect">
            <a:avLst/>
          </a:prstGeom>
          <a:solidFill>
            <a:schemeClr val="tx1"/>
          </a:solidFill>
          <a:ln w="6350" cap="flat" cmpd="sng" algn="ctr">
            <a:noFill/>
            <a:prstDash val="solid"/>
          </a:ln>
          <a:effectLst>
            <a:outerShdw blurRad="50800" algn="ctr" rotWithShape="0">
              <a:prstClr val="black">
                <a:alpha val="66000"/>
              </a:prstClr>
            </a:outerShdw>
            <a:softEdge rad="0"/>
          </a:effectLst>
        </p:spPr>
      </p:sp>
      <p:sp>
        <p:nvSpPr>
          <p:cNvPr id="2" name="Title 1">
            <a:extLst>
              <a:ext uri="{FF2B5EF4-FFF2-40B4-BE49-F238E27FC236}">
                <a16:creationId xmlns:a16="http://schemas.microsoft.com/office/drawing/2014/main" id="{603C9F96-79A7-44FA-A7FE-C0675B9967FC}"/>
              </a:ext>
            </a:extLst>
          </p:cNvPr>
          <p:cNvSpPr>
            <a:spLocks noGrp="1"/>
          </p:cNvSpPr>
          <p:nvPr>
            <p:ph type="title"/>
          </p:nvPr>
        </p:nvSpPr>
        <p:spPr>
          <a:xfrm>
            <a:off x="5867401" y="1290294"/>
            <a:ext cx="5116286" cy="1371600"/>
          </a:xfrm>
        </p:spPr>
        <p:txBody>
          <a:bodyPr/>
          <a:lstStyle>
            <a:lvl1pPr algn="ctr">
              <a:defRPr>
                <a:solidFill>
                  <a:schemeClr val="bg1"/>
                </a:solidFill>
              </a:defRPr>
            </a:lvl1pPr>
          </a:lstStyle>
          <a:p>
            <a:r>
              <a:rPr lang="en-US" dirty="0"/>
              <a:t>Click to edit Master title style</a:t>
            </a:r>
          </a:p>
        </p:txBody>
      </p:sp>
      <p:sp>
        <p:nvSpPr>
          <p:cNvPr id="18" name="Subtitle 2">
            <a:extLst>
              <a:ext uri="{FF2B5EF4-FFF2-40B4-BE49-F238E27FC236}">
                <a16:creationId xmlns:a16="http://schemas.microsoft.com/office/drawing/2014/main" id="{D72D6334-ED49-4D79-AAC2-10DCFF6D6651}"/>
              </a:ext>
            </a:extLst>
          </p:cNvPr>
          <p:cNvSpPr>
            <a:spLocks noGrp="1"/>
          </p:cNvSpPr>
          <p:nvPr>
            <p:ph type="subTitle" idx="1"/>
          </p:nvPr>
        </p:nvSpPr>
        <p:spPr>
          <a:xfrm>
            <a:off x="5867401" y="2980736"/>
            <a:ext cx="5116286" cy="2712494"/>
          </a:xfrm>
        </p:spPr>
        <p:txBody>
          <a:bodyPr>
            <a:normAutofit/>
          </a:bodyPr>
          <a:lstStyle>
            <a:lvl1pPr marL="0" indent="0" algn="ctr">
              <a:buNone/>
              <a:defRPr>
                <a:solidFill>
                  <a:schemeClr val="bg1">
                    <a:lumMod val="85000"/>
                    <a:lumOff val="15000"/>
                  </a:schemeClr>
                </a:solidFill>
              </a:defRPr>
            </a:lvl1pPr>
          </a:lstStyle>
          <a:p>
            <a:endParaRPr lang="en-US" sz="1800" dirty="0">
              <a:solidFill>
                <a:schemeClr val="bg1">
                  <a:lumMod val="85000"/>
                  <a:lumOff val="15000"/>
                </a:schemeClr>
              </a:solidFill>
            </a:endParaRPr>
          </a:p>
        </p:txBody>
      </p:sp>
      <p:sp>
        <p:nvSpPr>
          <p:cNvPr id="12" name="Date Placeholder 3">
            <a:extLst>
              <a:ext uri="{FF2B5EF4-FFF2-40B4-BE49-F238E27FC236}">
                <a16:creationId xmlns:a16="http://schemas.microsoft.com/office/drawing/2014/main" id="{0FE3A1CC-4DE8-4FC6-839D-CD3607B8D426}"/>
              </a:ext>
            </a:extLst>
          </p:cNvPr>
          <p:cNvSpPr txBox="1">
            <a:spLocks/>
          </p:cNvSpPr>
          <p:nvPr userDrawn="1"/>
        </p:nvSpPr>
        <p:spPr>
          <a:xfrm>
            <a:off x="7048099" y="302355"/>
            <a:ext cx="2743200" cy="350785"/>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t>20XX</a:t>
            </a:r>
          </a:p>
        </p:txBody>
      </p:sp>
      <p:sp>
        <p:nvSpPr>
          <p:cNvPr id="22" name="Picture Placeholder 21">
            <a:extLst>
              <a:ext uri="{FF2B5EF4-FFF2-40B4-BE49-F238E27FC236}">
                <a16:creationId xmlns:a16="http://schemas.microsoft.com/office/drawing/2014/main" id="{C9E9A7CA-EE9C-4648-8016-1852440461F5}"/>
              </a:ext>
            </a:extLst>
          </p:cNvPr>
          <p:cNvSpPr>
            <a:spLocks noGrp="1"/>
          </p:cNvSpPr>
          <p:nvPr>
            <p:ph type="pic" sz="quarter" idx="13"/>
          </p:nvPr>
        </p:nvSpPr>
        <p:spPr>
          <a:xfrm>
            <a:off x="325438" y="326697"/>
            <a:ext cx="1636712" cy="3475163"/>
          </a:xfrm>
        </p:spPr>
        <p:txBody>
          <a:bodyPr/>
          <a:lstStyle/>
          <a:p>
            <a:endParaRPr lang="en-US" dirty="0"/>
          </a:p>
        </p:txBody>
      </p:sp>
      <p:sp>
        <p:nvSpPr>
          <p:cNvPr id="26" name="Picture Placeholder 25">
            <a:extLst>
              <a:ext uri="{FF2B5EF4-FFF2-40B4-BE49-F238E27FC236}">
                <a16:creationId xmlns:a16="http://schemas.microsoft.com/office/drawing/2014/main" id="{F4561B6B-E204-4CF0-AD12-ED21B3940F53}"/>
              </a:ext>
            </a:extLst>
          </p:cNvPr>
          <p:cNvSpPr>
            <a:spLocks noGrp="1"/>
          </p:cNvSpPr>
          <p:nvPr>
            <p:ph type="pic" sz="quarter" idx="15"/>
          </p:nvPr>
        </p:nvSpPr>
        <p:spPr>
          <a:xfrm>
            <a:off x="2709863" y="329773"/>
            <a:ext cx="1614487" cy="1394251"/>
          </a:xfrm>
        </p:spPr>
        <p:txBody>
          <a:bodyPr/>
          <a:lstStyle/>
          <a:p>
            <a:endParaRPr lang="en-US" dirty="0"/>
          </a:p>
        </p:txBody>
      </p:sp>
      <p:sp>
        <p:nvSpPr>
          <p:cNvPr id="24" name="Picture Placeholder 23">
            <a:extLst>
              <a:ext uri="{FF2B5EF4-FFF2-40B4-BE49-F238E27FC236}">
                <a16:creationId xmlns:a16="http://schemas.microsoft.com/office/drawing/2014/main" id="{B3BE441E-0CE9-4C44-8783-3A04F5929F10}"/>
              </a:ext>
            </a:extLst>
          </p:cNvPr>
          <p:cNvSpPr>
            <a:spLocks noGrp="1"/>
          </p:cNvSpPr>
          <p:nvPr>
            <p:ph type="pic" sz="quarter" idx="14"/>
          </p:nvPr>
        </p:nvSpPr>
        <p:spPr>
          <a:xfrm>
            <a:off x="2697163" y="2384425"/>
            <a:ext cx="1628775" cy="1423988"/>
          </a:xfrm>
        </p:spPr>
        <p:txBody>
          <a:bodyPr/>
          <a:lstStyle/>
          <a:p>
            <a:endParaRPr lang="en-US" dirty="0"/>
          </a:p>
        </p:txBody>
      </p:sp>
      <p:sp>
        <p:nvSpPr>
          <p:cNvPr id="28" name="Picture Placeholder 27">
            <a:extLst>
              <a:ext uri="{FF2B5EF4-FFF2-40B4-BE49-F238E27FC236}">
                <a16:creationId xmlns:a16="http://schemas.microsoft.com/office/drawing/2014/main" id="{FBAA901D-39FD-416F-B2B4-F2651AB79185}"/>
              </a:ext>
            </a:extLst>
          </p:cNvPr>
          <p:cNvSpPr>
            <a:spLocks noGrp="1"/>
          </p:cNvSpPr>
          <p:nvPr>
            <p:ph type="pic" sz="quarter" idx="16"/>
          </p:nvPr>
        </p:nvSpPr>
        <p:spPr>
          <a:xfrm>
            <a:off x="325438" y="4527550"/>
            <a:ext cx="3998912" cy="2000250"/>
          </a:xfrm>
        </p:spPr>
        <p:txBody>
          <a:bodyPr/>
          <a:lstStyle/>
          <a:p>
            <a:endParaRPr lang="en-US" dirty="0"/>
          </a:p>
        </p:txBody>
      </p:sp>
      <p:sp>
        <p:nvSpPr>
          <p:cNvPr id="19" name="Footer Placeholder 18">
            <a:extLst>
              <a:ext uri="{FF2B5EF4-FFF2-40B4-BE49-F238E27FC236}">
                <a16:creationId xmlns:a16="http://schemas.microsoft.com/office/drawing/2014/main" id="{4C182815-90D1-446C-BC70-6AB00BED68ED}"/>
              </a:ext>
            </a:extLst>
          </p:cNvPr>
          <p:cNvSpPr txBox="1">
            <a:spLocks/>
          </p:cNvSpPr>
          <p:nvPr userDrawn="1"/>
        </p:nvSpPr>
        <p:spPr>
          <a:xfrm>
            <a:off x="5077003" y="6367925"/>
            <a:ext cx="4480560" cy="228600"/>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defRPr/>
            </a:pPr>
            <a:r>
              <a:rPr lang="en-US" dirty="0">
                <a:solidFill>
                  <a:srgbClr val="FFFFFF"/>
                </a:solidFill>
              </a:rPr>
              <a:t>Sample Footer Text</a:t>
            </a:r>
          </a:p>
        </p:txBody>
      </p:sp>
      <p:sp>
        <p:nvSpPr>
          <p:cNvPr id="20" name="Slide Number Placeholder 5">
            <a:extLst>
              <a:ext uri="{FF2B5EF4-FFF2-40B4-BE49-F238E27FC236}">
                <a16:creationId xmlns:a16="http://schemas.microsoft.com/office/drawing/2014/main" id="{69BDEE55-B4D3-4542-BF01-F05A2C1FB7D6}"/>
              </a:ext>
            </a:extLst>
          </p:cNvPr>
          <p:cNvSpPr txBox="1">
            <a:spLocks/>
          </p:cNvSpPr>
          <p:nvPr userDrawn="1"/>
        </p:nvSpPr>
        <p:spPr>
          <a:xfrm>
            <a:off x="9793460" y="6367925"/>
            <a:ext cx="2111881" cy="22860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02201697"/>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Introduc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5973E97-A796-4836-82F6-8A280A57BA6B}"/>
              </a:ext>
            </a:extLst>
          </p:cNvPr>
          <p:cNvSpPr/>
          <p:nvPr userDrawn="1"/>
        </p:nvSpPr>
        <p:spPr>
          <a:xfrm>
            <a:off x="5660112" y="0"/>
            <a:ext cx="6528839"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EC0DAEE-CCDB-4627-925B-879F83B1F308}"/>
              </a:ext>
            </a:extLst>
          </p:cNvPr>
          <p:cNvSpPr>
            <a:spLocks noGrp="1"/>
          </p:cNvSpPr>
          <p:nvPr>
            <p:ph type="title"/>
          </p:nvPr>
        </p:nvSpPr>
        <p:spPr>
          <a:xfrm>
            <a:off x="6374166" y="610485"/>
            <a:ext cx="5103661" cy="1371600"/>
          </a:xfrm>
        </p:spPr>
        <p:txBody>
          <a:bodyPr>
            <a:normAutofit/>
          </a:bodyPr>
          <a:lstStyle>
            <a:lvl1pPr>
              <a:defRPr sz="4800">
                <a:solidFill>
                  <a:schemeClr val="bg1"/>
                </a:solidFill>
              </a:defRPr>
            </a:lvl1pPr>
          </a:lstStyle>
          <a:p>
            <a:r>
              <a:rPr lang="en-US" dirty="0"/>
              <a:t>Click to edit</a:t>
            </a:r>
          </a:p>
        </p:txBody>
      </p:sp>
      <p:sp>
        <p:nvSpPr>
          <p:cNvPr id="7" name="Rectangle 6">
            <a:extLst>
              <a:ext uri="{FF2B5EF4-FFF2-40B4-BE49-F238E27FC236}">
                <a16:creationId xmlns:a16="http://schemas.microsoft.com/office/drawing/2014/main" id="{3B9F23A9-0519-4A39-A9F9-F965C17D58A0}"/>
              </a:ext>
            </a:extLst>
          </p:cNvPr>
          <p:cNvSpPr/>
          <p:nvPr userDrawn="1"/>
        </p:nvSpPr>
        <p:spPr>
          <a:xfrm>
            <a:off x="5981848" y="320040"/>
            <a:ext cx="5888736" cy="6217920"/>
          </a:xfrm>
          <a:prstGeom prst="rect">
            <a:avLst/>
          </a:prstGeom>
          <a:noFill/>
          <a:ln w="6350" cap="sq" cmpd="sng" algn="ctr">
            <a:solidFill>
              <a:schemeClr val="bg1"/>
            </a:solidFill>
            <a:prstDash val="solid"/>
            <a:miter lim="800000"/>
          </a:ln>
          <a:effectLst>
            <a:softEdge rad="0"/>
          </a:effectLst>
        </p:spPr>
      </p:sp>
      <p:sp>
        <p:nvSpPr>
          <p:cNvPr id="9" name="Date Placeholder 6">
            <a:extLst>
              <a:ext uri="{FF2B5EF4-FFF2-40B4-BE49-F238E27FC236}">
                <a16:creationId xmlns:a16="http://schemas.microsoft.com/office/drawing/2014/main" id="{F3EB17D9-2389-4D1F-AC98-7CC3F79840B2}"/>
              </a:ext>
            </a:extLst>
          </p:cNvPr>
          <p:cNvSpPr txBox="1">
            <a:spLocks/>
          </p:cNvSpPr>
          <p:nvPr userDrawn="1"/>
        </p:nvSpPr>
        <p:spPr>
          <a:xfrm>
            <a:off x="7554616" y="383781"/>
            <a:ext cx="2743200" cy="256032"/>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chemeClr val="bg1"/>
                </a:solidFill>
              </a:rPr>
              <a:t>20XX</a:t>
            </a:r>
          </a:p>
        </p:txBody>
      </p:sp>
      <p:sp>
        <p:nvSpPr>
          <p:cNvPr id="11" name="Footer Placeholder 7">
            <a:extLst>
              <a:ext uri="{FF2B5EF4-FFF2-40B4-BE49-F238E27FC236}">
                <a16:creationId xmlns:a16="http://schemas.microsoft.com/office/drawing/2014/main" id="{40E55EFF-7AC0-4ACD-B826-CA1E384CCF4C}"/>
              </a:ext>
            </a:extLst>
          </p:cNvPr>
          <p:cNvSpPr txBox="1">
            <a:spLocks/>
          </p:cNvSpPr>
          <p:nvPr userDrawn="1"/>
        </p:nvSpPr>
        <p:spPr>
          <a:xfrm>
            <a:off x="6303580" y="6214535"/>
            <a:ext cx="4696948" cy="256032"/>
          </a:xfrm>
          <a:prstGeom prst="rect">
            <a:avLst/>
          </a:prstGeom>
        </p:spPr>
        <p:txBody>
          <a:bodyPr vert="horz" lIns="91440" tIns="45720" rIns="91440" bIns="45720" rtlCol="0" anchor="b"/>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solidFill>
                  <a:schemeClr val="bg1"/>
                </a:solidFill>
              </a:rPr>
              <a:t>Sample Footer Text</a:t>
            </a:r>
          </a:p>
        </p:txBody>
      </p:sp>
      <p:sp>
        <p:nvSpPr>
          <p:cNvPr id="12" name="Slide Number Placeholder 8">
            <a:extLst>
              <a:ext uri="{FF2B5EF4-FFF2-40B4-BE49-F238E27FC236}">
                <a16:creationId xmlns:a16="http://schemas.microsoft.com/office/drawing/2014/main" id="{C6C2D606-DD47-4DA7-AF9B-9A8E401BCAFF}"/>
              </a:ext>
            </a:extLst>
          </p:cNvPr>
          <p:cNvSpPr txBox="1">
            <a:spLocks/>
          </p:cNvSpPr>
          <p:nvPr userDrawn="1"/>
        </p:nvSpPr>
        <p:spPr>
          <a:xfrm>
            <a:off x="11104451" y="6214535"/>
            <a:ext cx="605266" cy="256032"/>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4B7E4EF-A1BD-40F4-AB7B-04F084DD991D}" type="slidenum">
              <a:rPr lang="en-US" smtClean="0">
                <a:solidFill>
                  <a:schemeClr val="bg1"/>
                </a:solidFill>
              </a:rPr>
              <a:pPr/>
              <a:t>‹#›</a:t>
            </a:fld>
            <a:endParaRPr lang="en-US" dirty="0">
              <a:solidFill>
                <a:schemeClr val="bg1"/>
              </a:solidFill>
            </a:endParaRPr>
          </a:p>
        </p:txBody>
      </p:sp>
      <p:sp>
        <p:nvSpPr>
          <p:cNvPr id="15" name="Picture Placeholder 14">
            <a:extLst>
              <a:ext uri="{FF2B5EF4-FFF2-40B4-BE49-F238E27FC236}">
                <a16:creationId xmlns:a16="http://schemas.microsoft.com/office/drawing/2014/main" id="{6623DC60-EE1A-4367-A357-5F11D942252B}"/>
              </a:ext>
            </a:extLst>
          </p:cNvPr>
          <p:cNvSpPr>
            <a:spLocks noGrp="1"/>
          </p:cNvSpPr>
          <p:nvPr>
            <p:ph type="pic" sz="quarter" idx="10"/>
          </p:nvPr>
        </p:nvSpPr>
        <p:spPr>
          <a:xfrm>
            <a:off x="0" y="0"/>
            <a:ext cx="5659438" cy="6858000"/>
          </a:xfrm>
        </p:spPr>
        <p:txBody>
          <a:bodyPr/>
          <a:lstStyle/>
          <a:p>
            <a:endParaRPr lang="en-US" dirty="0"/>
          </a:p>
        </p:txBody>
      </p:sp>
      <p:sp>
        <p:nvSpPr>
          <p:cNvPr id="5" name="Content Placeholder 4">
            <a:extLst>
              <a:ext uri="{FF2B5EF4-FFF2-40B4-BE49-F238E27FC236}">
                <a16:creationId xmlns:a16="http://schemas.microsoft.com/office/drawing/2014/main" id="{7095E6F1-8633-46DB-A612-89A5079F7EF4}"/>
              </a:ext>
            </a:extLst>
          </p:cNvPr>
          <p:cNvSpPr>
            <a:spLocks noGrp="1"/>
          </p:cNvSpPr>
          <p:nvPr>
            <p:ph sz="quarter" idx="11"/>
          </p:nvPr>
        </p:nvSpPr>
        <p:spPr>
          <a:xfrm>
            <a:off x="6372625" y="2108844"/>
            <a:ext cx="5103812" cy="3790950"/>
          </a:xfrm>
        </p:spPr>
        <p:txBody>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771211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24342A2-B2E9-4AE9-9AFD-C5F77777E326}"/>
              </a:ext>
              <a:ext uri="{C183D7F6-B498-43B3-948B-1728B52AA6E4}">
                <adec:decorative xmlns:adec="http://schemas.microsoft.com/office/drawing/2017/decorative" val="1"/>
              </a:ext>
            </a:extLst>
          </p:cNvPr>
          <p:cNvSpPr/>
          <p:nvPr userDrawn="1"/>
        </p:nvSpPr>
        <p:spPr>
          <a:xfrm>
            <a:off x="453190" y="457200"/>
            <a:ext cx="11281609" cy="5943603"/>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9" name="Rectangle 18">
            <a:extLst>
              <a:ext uri="{FF2B5EF4-FFF2-40B4-BE49-F238E27FC236}">
                <a16:creationId xmlns:a16="http://schemas.microsoft.com/office/drawing/2014/main" id="{C086CEFC-AE66-4E11-8B5A-880177E1278E}"/>
              </a:ext>
              <a:ext uri="{C183D7F6-B498-43B3-948B-1728B52AA6E4}">
                <adec:decorative xmlns:adec="http://schemas.microsoft.com/office/drawing/2017/decorative" val="1"/>
              </a:ext>
            </a:extLst>
          </p:cNvPr>
          <p:cNvSpPr/>
          <p:nvPr userDrawn="1"/>
        </p:nvSpPr>
        <p:spPr>
          <a:xfrm>
            <a:off x="616737" y="621793"/>
            <a:ext cx="6651809" cy="5614416"/>
          </a:xfrm>
          <a:prstGeom prst="rect">
            <a:avLst/>
          </a:prstGeom>
          <a:solidFill>
            <a:schemeClr val="tx1">
              <a:lumMod val="75000"/>
              <a:lumOff val="25000"/>
            </a:schemeClr>
          </a:solidFill>
          <a:ln w="6350" cap="sq" cmpd="sng" algn="ctr">
            <a:noFill/>
            <a:prstDash val="solid"/>
            <a:miter lim="800000"/>
          </a:ln>
          <a:effectLst/>
        </p:spPr>
      </p:sp>
      <p:sp>
        <p:nvSpPr>
          <p:cNvPr id="2" name="Title 1">
            <a:extLst>
              <a:ext uri="{FF2B5EF4-FFF2-40B4-BE49-F238E27FC236}">
                <a16:creationId xmlns:a16="http://schemas.microsoft.com/office/drawing/2014/main" id="{41DABDA3-AA10-4304-B3C8-D5B655DE3421}"/>
              </a:ext>
            </a:extLst>
          </p:cNvPr>
          <p:cNvSpPr>
            <a:spLocks noGrp="1"/>
          </p:cNvSpPr>
          <p:nvPr>
            <p:ph type="title"/>
          </p:nvPr>
        </p:nvSpPr>
        <p:spPr>
          <a:xfrm>
            <a:off x="1078158" y="2100942"/>
            <a:ext cx="5716339" cy="2290607"/>
          </a:xfrm>
        </p:spPr>
        <p:txBody>
          <a:bodyPr anchor="b"/>
          <a:lstStyle>
            <a:lvl1pPr algn="ctr">
              <a:defRPr>
                <a:solidFill>
                  <a:schemeClr val="bg1"/>
                </a:solidFill>
              </a:defRPr>
            </a:lvl1pPr>
          </a:lstStyle>
          <a:p>
            <a:r>
              <a:rPr lang="en-US" dirty="0"/>
              <a:t>Click to edit</a:t>
            </a:r>
          </a:p>
        </p:txBody>
      </p:sp>
      <p:sp>
        <p:nvSpPr>
          <p:cNvPr id="23" name="Rectangle 22">
            <a:extLst>
              <a:ext uri="{FF2B5EF4-FFF2-40B4-BE49-F238E27FC236}">
                <a16:creationId xmlns:a16="http://schemas.microsoft.com/office/drawing/2014/main" id="{6EB1E9D9-0DDD-4554-A021-4FE50439A138}"/>
              </a:ext>
              <a:ext uri="{C183D7F6-B498-43B3-948B-1728B52AA6E4}">
                <adec:decorative xmlns:adec="http://schemas.microsoft.com/office/drawing/2017/decorative" val="1"/>
              </a:ext>
            </a:extLst>
          </p:cNvPr>
          <p:cNvSpPr/>
          <p:nvPr userDrawn="1"/>
        </p:nvSpPr>
        <p:spPr>
          <a:xfrm>
            <a:off x="3023061" y="446824"/>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Date Placeholder 17">
            <a:extLst>
              <a:ext uri="{FF2B5EF4-FFF2-40B4-BE49-F238E27FC236}">
                <a16:creationId xmlns:a16="http://schemas.microsoft.com/office/drawing/2014/main" id="{3B5075EC-8E09-4BB4-8C8F-6177ECD95A83}"/>
              </a:ext>
            </a:extLst>
          </p:cNvPr>
          <p:cNvSpPr>
            <a:spLocks noGrp="1"/>
          </p:cNvSpPr>
          <p:nvPr>
            <p:ph type="dt" sz="half" idx="10"/>
          </p:nvPr>
        </p:nvSpPr>
        <p:spPr>
          <a:xfrm>
            <a:off x="3205941" y="493108"/>
            <a:ext cx="1554480" cy="527213"/>
          </a:xfrm>
        </p:spPr>
        <p:txBody>
          <a:bodyPr/>
          <a:lstStyle>
            <a:lvl1pPr>
              <a:defRPr baseline="0">
                <a:solidFill>
                  <a:schemeClr val="bg1"/>
                </a:solidFill>
              </a:defRPr>
            </a:lvl1pPr>
          </a:lstStyle>
          <a:p>
            <a:pPr algn="ctr" defTabSz="914400">
              <a:defRPr/>
            </a:pPr>
            <a:r>
              <a:rPr lang="en-US" sz="1300"/>
              <a:t>20XX</a:t>
            </a:r>
            <a:endParaRPr lang="en-US" sz="1300" dirty="0"/>
          </a:p>
        </p:txBody>
      </p:sp>
      <p:sp>
        <p:nvSpPr>
          <p:cNvPr id="5" name="Text Placeholder 4">
            <a:extLst>
              <a:ext uri="{FF2B5EF4-FFF2-40B4-BE49-F238E27FC236}">
                <a16:creationId xmlns:a16="http://schemas.microsoft.com/office/drawing/2014/main" id="{B8A8819A-9552-4858-92F8-FB441C3A45A5}"/>
              </a:ext>
            </a:extLst>
          </p:cNvPr>
          <p:cNvSpPr>
            <a:spLocks noGrp="1"/>
          </p:cNvSpPr>
          <p:nvPr>
            <p:ph type="body" sz="quarter" idx="15"/>
          </p:nvPr>
        </p:nvSpPr>
        <p:spPr>
          <a:xfrm>
            <a:off x="1078157" y="4698173"/>
            <a:ext cx="5716339" cy="658674"/>
          </a:xfrm>
        </p:spPr>
        <p:txBody>
          <a:bodyPr>
            <a:normAutofit/>
          </a:bodyPr>
          <a:lstStyle>
            <a:lvl1pPr marL="0" indent="0" algn="ctr">
              <a:buNone/>
              <a:defRPr lang="en-US" sz="2000" kern="1200" dirty="0" smtClean="0">
                <a:solidFill>
                  <a:schemeClr val="bg1"/>
                </a:solidFill>
                <a:latin typeface="+mn-lt"/>
                <a:ea typeface="+mn-ea"/>
                <a:cs typeface="+mn-cs"/>
              </a:defRPr>
            </a:lvl1pPr>
            <a:lvl2pPr marL="274320" indent="0">
              <a:buNone/>
              <a:defRPr/>
            </a:lvl2pPr>
          </a:lstStyle>
          <a:p>
            <a:pPr lvl="0"/>
            <a:r>
              <a:rPr lang="en-US" dirty="0"/>
              <a:t>Click to edit Master text styles</a:t>
            </a:r>
          </a:p>
        </p:txBody>
      </p:sp>
      <p:sp>
        <p:nvSpPr>
          <p:cNvPr id="16" name="Footer Placeholder 18">
            <a:extLst>
              <a:ext uri="{FF2B5EF4-FFF2-40B4-BE49-F238E27FC236}">
                <a16:creationId xmlns:a16="http://schemas.microsoft.com/office/drawing/2014/main" id="{D2BAF328-75D1-490D-BF37-96EE6C0843E2}"/>
              </a:ext>
            </a:extLst>
          </p:cNvPr>
          <p:cNvSpPr txBox="1">
            <a:spLocks/>
          </p:cNvSpPr>
          <p:nvPr userDrawn="1"/>
        </p:nvSpPr>
        <p:spPr>
          <a:xfrm>
            <a:off x="1243632" y="5641118"/>
            <a:ext cx="5068569" cy="310819"/>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914400">
              <a:defRPr/>
            </a:pPr>
            <a:r>
              <a:rPr lang="en-US" dirty="0">
                <a:solidFill>
                  <a:schemeClr val="bg1"/>
                </a:solidFill>
              </a:rPr>
              <a:t>Sample Footer Text</a:t>
            </a:r>
          </a:p>
        </p:txBody>
      </p:sp>
      <p:sp>
        <p:nvSpPr>
          <p:cNvPr id="22" name="Picture Placeholder 21">
            <a:extLst>
              <a:ext uri="{FF2B5EF4-FFF2-40B4-BE49-F238E27FC236}">
                <a16:creationId xmlns:a16="http://schemas.microsoft.com/office/drawing/2014/main" id="{27D11998-188A-4F5B-9931-8BA54D2802A5}"/>
              </a:ext>
            </a:extLst>
          </p:cNvPr>
          <p:cNvSpPr>
            <a:spLocks noGrp="1"/>
          </p:cNvSpPr>
          <p:nvPr>
            <p:ph type="pic" sz="quarter" idx="13"/>
          </p:nvPr>
        </p:nvSpPr>
        <p:spPr>
          <a:xfrm>
            <a:off x="7419974" y="621784"/>
            <a:ext cx="1989495" cy="2843222"/>
          </a:xfrm>
        </p:spPr>
        <p:txBody>
          <a:bodyPr/>
          <a:lstStyle/>
          <a:p>
            <a:endParaRPr lang="en-US" dirty="0"/>
          </a:p>
        </p:txBody>
      </p:sp>
      <p:sp>
        <p:nvSpPr>
          <p:cNvPr id="37" name="Picture Placeholder 21">
            <a:extLst>
              <a:ext uri="{FF2B5EF4-FFF2-40B4-BE49-F238E27FC236}">
                <a16:creationId xmlns:a16="http://schemas.microsoft.com/office/drawing/2014/main" id="{F268C43A-0DA4-4ECC-A368-08AB69EDAE79}"/>
              </a:ext>
            </a:extLst>
          </p:cNvPr>
          <p:cNvSpPr>
            <a:spLocks noGrp="1"/>
          </p:cNvSpPr>
          <p:nvPr>
            <p:ph type="pic" sz="quarter" idx="16"/>
          </p:nvPr>
        </p:nvSpPr>
        <p:spPr>
          <a:xfrm>
            <a:off x="9570334" y="627380"/>
            <a:ext cx="1980056" cy="2837626"/>
          </a:xfrm>
        </p:spPr>
        <p:txBody>
          <a:bodyPr/>
          <a:lstStyle/>
          <a:p>
            <a:endParaRPr lang="en-US" dirty="0"/>
          </a:p>
        </p:txBody>
      </p:sp>
      <p:sp>
        <p:nvSpPr>
          <p:cNvPr id="24" name="Picture Placeholder 23">
            <a:extLst>
              <a:ext uri="{FF2B5EF4-FFF2-40B4-BE49-F238E27FC236}">
                <a16:creationId xmlns:a16="http://schemas.microsoft.com/office/drawing/2014/main" id="{60F109E5-BC65-4431-A2E5-4A145EC7B38A}"/>
              </a:ext>
            </a:extLst>
          </p:cNvPr>
          <p:cNvSpPr>
            <a:spLocks noGrp="1"/>
          </p:cNvSpPr>
          <p:nvPr>
            <p:ph type="pic" sz="quarter" idx="14"/>
          </p:nvPr>
        </p:nvSpPr>
        <p:spPr>
          <a:xfrm>
            <a:off x="7432093" y="3636193"/>
            <a:ext cx="4123320" cy="2594427"/>
          </a:xfrm>
        </p:spPr>
        <p:txBody>
          <a:bodyPr/>
          <a:lstStyle/>
          <a:p>
            <a:endParaRPr lang="en-US" dirty="0"/>
          </a:p>
        </p:txBody>
      </p:sp>
      <p:grpSp>
        <p:nvGrpSpPr>
          <p:cNvPr id="3" name="Group 2">
            <a:extLst>
              <a:ext uri="{FF2B5EF4-FFF2-40B4-BE49-F238E27FC236}">
                <a16:creationId xmlns:a16="http://schemas.microsoft.com/office/drawing/2014/main" id="{57F02ED2-9B1A-40C8-A5F7-4473CAA3C0B2}"/>
              </a:ext>
              <a:ext uri="{C183D7F6-B498-43B3-948B-1728B52AA6E4}">
                <adec:decorative xmlns:adec="http://schemas.microsoft.com/office/drawing/2017/decorative" val="1"/>
              </a:ext>
            </a:extLst>
          </p:cNvPr>
          <p:cNvGrpSpPr/>
          <p:nvPr userDrawn="1"/>
        </p:nvGrpSpPr>
        <p:grpSpPr>
          <a:xfrm>
            <a:off x="3137361" y="446823"/>
            <a:ext cx="1691640" cy="645295"/>
            <a:chOff x="3137361" y="446823"/>
            <a:chExt cx="1691640" cy="645295"/>
          </a:xfrm>
        </p:grpSpPr>
        <p:cxnSp>
          <p:nvCxnSpPr>
            <p:cNvPr id="25" name="Straight Connector 24">
              <a:extLst>
                <a:ext uri="{FF2B5EF4-FFF2-40B4-BE49-F238E27FC236}">
                  <a16:creationId xmlns:a16="http://schemas.microsoft.com/office/drawing/2014/main" id="{ED8AC6A1-19DE-4EAE-91E5-A9E82CEA38BC}"/>
                </a:ext>
                <a:ext uri="{C183D7F6-B498-43B3-948B-1728B52AA6E4}">
                  <adec:decorative xmlns:adec="http://schemas.microsoft.com/office/drawing/2017/decorative" val="1"/>
                </a:ext>
              </a:extLst>
            </p:cNvPr>
            <p:cNvCxnSpPr/>
            <p:nvPr userDrawn="1"/>
          </p:nvCxnSpPr>
          <p:spPr>
            <a:xfrm>
              <a:off x="3137361" y="446823"/>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9AC828E-AA99-4E2C-A30C-D8B9DFF16817}"/>
                </a:ext>
                <a:ext uri="{C183D7F6-B498-43B3-948B-1728B52AA6E4}">
                  <adec:decorative xmlns:adec="http://schemas.microsoft.com/office/drawing/2017/decorative" val="1"/>
                </a:ext>
              </a:extLst>
            </p:cNvPr>
            <p:cNvCxnSpPr/>
            <p:nvPr userDrawn="1"/>
          </p:nvCxnSpPr>
          <p:spPr>
            <a:xfrm>
              <a:off x="4829001" y="446823"/>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62D63C1-826F-42FC-9EC1-0320620BB119}"/>
                </a:ext>
                <a:ext uri="{C183D7F6-B498-43B3-948B-1728B52AA6E4}">
                  <adec:decorative xmlns:adec="http://schemas.microsoft.com/office/drawing/2017/decorative" val="1"/>
                </a:ext>
              </a:extLst>
            </p:cNvPr>
            <p:cNvCxnSpPr/>
            <p:nvPr userDrawn="1"/>
          </p:nvCxnSpPr>
          <p:spPr>
            <a:xfrm>
              <a:off x="3137361" y="1092118"/>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18" name="Slide Number Placeholder 21">
            <a:extLst>
              <a:ext uri="{FF2B5EF4-FFF2-40B4-BE49-F238E27FC236}">
                <a16:creationId xmlns:a16="http://schemas.microsoft.com/office/drawing/2014/main" id="{5A2A2B37-48E8-4C00-91B4-63F0C7AAE23F}"/>
              </a:ext>
            </a:extLst>
          </p:cNvPr>
          <p:cNvSpPr txBox="1">
            <a:spLocks/>
          </p:cNvSpPr>
          <p:nvPr userDrawn="1"/>
        </p:nvSpPr>
        <p:spPr>
          <a:xfrm>
            <a:off x="9443794" y="6392314"/>
            <a:ext cx="2111881" cy="22860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defRPr/>
            </a:pPr>
            <a:fld id="{70B1FE82-5036-4003-B709-0840DA750BBE}" type="slidenum">
              <a:rPr lang="en-US" smtClean="0">
                <a:solidFill>
                  <a:srgbClr val="FFFFFF"/>
                </a:solidFill>
                <a:effectLst>
                  <a:outerShdw blurRad="50800" dist="38100" dir="2700000" algn="tl" rotWithShape="0">
                    <a:prstClr val="black">
                      <a:alpha val="43000"/>
                    </a:prstClr>
                  </a:outerShdw>
                </a:effectLst>
              </a:rPr>
              <a:pPr defTabSz="914400">
                <a:defRPr/>
              </a:pPr>
              <a:t>‹#›</a:t>
            </a:fld>
            <a:endParaRPr lang="en-US" dirty="0">
              <a:solidFill>
                <a:srgbClr val="FFFFFF"/>
              </a:solidFill>
              <a:effectLst>
                <a:outerShdw blurRad="50800" dist="38100" dir="2700000" algn="tl" rotWithShape="0">
                  <a:prstClr val="black">
                    <a:alpha val="43000"/>
                  </a:prstClr>
                </a:outerShdw>
              </a:effectLst>
            </a:endParaRPr>
          </a:p>
        </p:txBody>
      </p:sp>
    </p:spTree>
    <p:extLst>
      <p:ext uri="{BB962C8B-B14F-4D97-AF65-F5344CB8AC3E}">
        <p14:creationId xmlns:p14="http://schemas.microsoft.com/office/powerpoint/2010/main" val="161261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ED0543DF-8CFA-4CBD-AF23-D059985D344D}"/>
              </a:ext>
            </a:extLst>
          </p:cNvPr>
          <p:cNvSpPr>
            <a:spLocks noGrp="1"/>
          </p:cNvSpPr>
          <p:nvPr>
            <p:ph type="pic" sz="quarter" idx="14"/>
          </p:nvPr>
        </p:nvSpPr>
        <p:spPr>
          <a:xfrm>
            <a:off x="0" y="0"/>
            <a:ext cx="12192000" cy="6858000"/>
          </a:xfrm>
          <a:custGeom>
            <a:avLst/>
            <a:gdLst>
              <a:gd name="connsiteX0" fmla="*/ 937329 w 12192000"/>
              <a:gd name="connsiteY0" fmla="*/ 941695 h 6858000"/>
              <a:gd name="connsiteX1" fmla="*/ 937329 w 12192000"/>
              <a:gd name="connsiteY1" fmla="*/ 5916305 h 6858000"/>
              <a:gd name="connsiteX2" fmla="*/ 6389856 w 12192000"/>
              <a:gd name="connsiteY2" fmla="*/ 5916305 h 6858000"/>
              <a:gd name="connsiteX3" fmla="*/ 6389856 w 12192000"/>
              <a:gd name="connsiteY3" fmla="*/ 941695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937329" y="941695"/>
                </a:moveTo>
                <a:lnTo>
                  <a:pt x="937329" y="5916305"/>
                </a:lnTo>
                <a:lnTo>
                  <a:pt x="6389856" y="5916305"/>
                </a:lnTo>
                <a:lnTo>
                  <a:pt x="6389856" y="941695"/>
                </a:lnTo>
                <a:close/>
                <a:moveTo>
                  <a:pt x="0" y="0"/>
                </a:moveTo>
                <a:lnTo>
                  <a:pt x="12192000" y="0"/>
                </a:lnTo>
                <a:lnTo>
                  <a:pt x="12192000" y="6858000"/>
                </a:lnTo>
                <a:lnTo>
                  <a:pt x="0" y="6858000"/>
                </a:lnTo>
                <a:close/>
              </a:path>
            </a:pathLst>
          </a:custGeom>
        </p:spPr>
        <p:txBody>
          <a:bodyPr wrap="square">
            <a:noAutofit/>
          </a:bodyPr>
          <a:lstStyle/>
          <a:p>
            <a:endParaRPr lang="en-US" dirty="0"/>
          </a:p>
        </p:txBody>
      </p:sp>
      <p:sp>
        <p:nvSpPr>
          <p:cNvPr id="21" name="Rectangle 20">
            <a:extLst>
              <a:ext uri="{FF2B5EF4-FFF2-40B4-BE49-F238E27FC236}">
                <a16:creationId xmlns:a16="http://schemas.microsoft.com/office/drawing/2014/main" id="{A61A2AD8-D5EA-48FD-B19E-788E4D9782BB}"/>
              </a:ext>
              <a:ext uri="{C183D7F6-B498-43B3-948B-1728B52AA6E4}">
                <adec:decorative xmlns:adec="http://schemas.microsoft.com/office/drawing/2017/decorative" val="1"/>
              </a:ext>
            </a:extLst>
          </p:cNvPr>
          <p:cNvSpPr/>
          <p:nvPr userDrawn="1"/>
        </p:nvSpPr>
        <p:spPr>
          <a:xfrm>
            <a:off x="937329" y="941695"/>
            <a:ext cx="5452527" cy="4974610"/>
          </a:xfrm>
          <a:prstGeom prst="rect">
            <a:avLst/>
          </a:prstGeom>
          <a:solidFill>
            <a:schemeClr val="tx1">
              <a:lumMod val="75000"/>
              <a:lumOff val="25000"/>
            </a:schemeClr>
          </a:solidFill>
          <a:ln w="6350" cap="sq" cmpd="sng" algn="ctr">
            <a:noFill/>
            <a:prstDash val="solid"/>
            <a:miter lim="800000"/>
          </a:ln>
          <a:effectLst/>
        </p:spPr>
      </p:sp>
      <p:sp>
        <p:nvSpPr>
          <p:cNvPr id="23" name="Rectangle 22">
            <a:extLst>
              <a:ext uri="{FF2B5EF4-FFF2-40B4-BE49-F238E27FC236}">
                <a16:creationId xmlns:a16="http://schemas.microsoft.com/office/drawing/2014/main" id="{0682D9D6-0C91-4BAA-B631-B4A597F6D49E}"/>
              </a:ext>
              <a:ext uri="{C183D7F6-B498-43B3-948B-1728B52AA6E4}">
                <adec:decorative xmlns:adec="http://schemas.microsoft.com/office/drawing/2017/decorative" val="1"/>
              </a:ext>
            </a:extLst>
          </p:cNvPr>
          <p:cNvSpPr/>
          <p:nvPr userDrawn="1"/>
        </p:nvSpPr>
        <p:spPr>
          <a:xfrm>
            <a:off x="1103272" y="1106424"/>
            <a:ext cx="5120640" cy="4645152"/>
          </a:xfrm>
          <a:prstGeom prst="rect">
            <a:avLst/>
          </a:prstGeom>
          <a:noFill/>
          <a:ln w="6350" cap="sq" cmpd="sng" algn="ctr">
            <a:solidFill>
              <a:schemeClr val="bg1"/>
            </a:solidFill>
            <a:prstDash val="solid"/>
            <a:miter lim="800000"/>
          </a:ln>
          <a:effectLst>
            <a:softEdge rad="0"/>
          </a:effectLst>
        </p:spPr>
      </p:sp>
      <p:sp>
        <p:nvSpPr>
          <p:cNvPr id="2" name="Title 1">
            <a:extLst>
              <a:ext uri="{FF2B5EF4-FFF2-40B4-BE49-F238E27FC236}">
                <a16:creationId xmlns:a16="http://schemas.microsoft.com/office/drawing/2014/main" id="{AF26F410-6A1D-427A-8C06-A0023004F50B}"/>
              </a:ext>
            </a:extLst>
          </p:cNvPr>
          <p:cNvSpPr>
            <a:spLocks noGrp="1"/>
          </p:cNvSpPr>
          <p:nvPr>
            <p:ph type="title"/>
          </p:nvPr>
        </p:nvSpPr>
        <p:spPr>
          <a:xfrm>
            <a:off x="1357950" y="2197853"/>
            <a:ext cx="4633415" cy="851219"/>
          </a:xfrm>
        </p:spPr>
        <p:txBody>
          <a:bodyPr/>
          <a:lstStyle>
            <a:lvl1pPr algn="ctr">
              <a:defRPr>
                <a:solidFill>
                  <a:schemeClr val="bg1"/>
                </a:solidFill>
              </a:defRPr>
            </a:lvl1pPr>
          </a:lstStyle>
          <a:p>
            <a:r>
              <a:rPr lang="en-US" dirty="0"/>
              <a:t>Click to edit</a:t>
            </a:r>
          </a:p>
        </p:txBody>
      </p:sp>
      <p:sp>
        <p:nvSpPr>
          <p:cNvPr id="25" name="Date Placeholder 7">
            <a:extLst>
              <a:ext uri="{FF2B5EF4-FFF2-40B4-BE49-F238E27FC236}">
                <a16:creationId xmlns:a16="http://schemas.microsoft.com/office/drawing/2014/main" id="{53A572F0-78E4-4979-BD85-E9F315B0C605}"/>
              </a:ext>
            </a:extLst>
          </p:cNvPr>
          <p:cNvSpPr>
            <a:spLocks noGrp="1"/>
          </p:cNvSpPr>
          <p:nvPr>
            <p:ph type="dt" sz="half" idx="10"/>
          </p:nvPr>
        </p:nvSpPr>
        <p:spPr>
          <a:xfrm>
            <a:off x="2291992" y="1162386"/>
            <a:ext cx="2743200" cy="256032"/>
          </a:xfrm>
        </p:spPr>
        <p:txBody>
          <a:bodyPr/>
          <a:lstStyle>
            <a:lvl1pPr>
              <a:defRPr>
                <a:solidFill>
                  <a:schemeClr val="bg1"/>
                </a:solidFill>
              </a:defRPr>
            </a:lvl1pPr>
          </a:lstStyle>
          <a:p>
            <a:pPr algn="ctr"/>
            <a:r>
              <a:rPr lang="en-US"/>
              <a:t>20XX</a:t>
            </a:r>
            <a:endParaRPr lang="en-US" dirty="0"/>
          </a:p>
        </p:txBody>
      </p:sp>
      <p:sp>
        <p:nvSpPr>
          <p:cNvPr id="4" name="Content Placeholder 3">
            <a:extLst>
              <a:ext uri="{FF2B5EF4-FFF2-40B4-BE49-F238E27FC236}">
                <a16:creationId xmlns:a16="http://schemas.microsoft.com/office/drawing/2014/main" id="{856F1164-CE64-4728-83B0-E5316C16DF29}"/>
              </a:ext>
            </a:extLst>
          </p:cNvPr>
          <p:cNvSpPr>
            <a:spLocks noGrp="1"/>
          </p:cNvSpPr>
          <p:nvPr>
            <p:ph sz="quarter" idx="16"/>
          </p:nvPr>
        </p:nvSpPr>
        <p:spPr>
          <a:xfrm>
            <a:off x="1357313" y="3308350"/>
            <a:ext cx="4633912" cy="2141632"/>
          </a:xfrm>
        </p:spPr>
        <p:txBody>
          <a:bodyPr/>
          <a:lstStyle>
            <a:lvl1pPr marL="0" indent="0" algn="ctr">
              <a:buNone/>
              <a:defRPr baseline="0">
                <a:solidFill>
                  <a:schemeClr val="bg1"/>
                </a:solidFill>
              </a:defRPr>
            </a:lvl1pPr>
            <a:lvl2pPr marL="274320" indent="0" algn="ctr">
              <a:buNone/>
              <a:defRPr baseline="0">
                <a:solidFill>
                  <a:schemeClr val="bg1"/>
                </a:solidFill>
              </a:defRPr>
            </a:lvl2pPr>
            <a:lvl3pPr marL="548640" indent="0">
              <a:buNone/>
              <a:defRPr>
                <a:solidFill>
                  <a:schemeClr val="bg1"/>
                </a:solidFill>
              </a:defRPr>
            </a:lvl3pPr>
            <a:lvl4pPr marL="822960" indent="0">
              <a:buNone/>
              <a:defRPr>
                <a:solidFill>
                  <a:schemeClr val="bg1"/>
                </a:solidFill>
              </a:defRPr>
            </a:lvl4pPr>
            <a:lvl5pPr marL="1097280" indent="0">
              <a:buNone/>
              <a:defRPr>
                <a:solidFill>
                  <a:schemeClr val="bg1"/>
                </a:solidFill>
              </a:defRPr>
            </a:lvl5pPr>
          </a:lstStyle>
          <a:p>
            <a:pPr lvl="0"/>
            <a:r>
              <a:rPr lang="en-US" dirty="0"/>
              <a:t>Click to edit Master text styles</a:t>
            </a:r>
          </a:p>
          <a:p>
            <a:pPr lvl="1"/>
            <a:endParaRPr lang="en-US" dirty="0"/>
          </a:p>
        </p:txBody>
      </p:sp>
      <p:sp>
        <p:nvSpPr>
          <p:cNvPr id="27" name="Footer Placeholder 8">
            <a:extLst>
              <a:ext uri="{FF2B5EF4-FFF2-40B4-BE49-F238E27FC236}">
                <a16:creationId xmlns:a16="http://schemas.microsoft.com/office/drawing/2014/main" id="{DEA4EBDD-4088-4396-BD3F-3AB4BEFB205C}"/>
              </a:ext>
            </a:extLst>
          </p:cNvPr>
          <p:cNvSpPr>
            <a:spLocks noGrp="1"/>
          </p:cNvSpPr>
          <p:nvPr>
            <p:ph type="ftr" sz="quarter" idx="11"/>
          </p:nvPr>
        </p:nvSpPr>
        <p:spPr>
          <a:xfrm>
            <a:off x="1357950" y="5472763"/>
            <a:ext cx="4636008" cy="256032"/>
          </a:xfrm>
        </p:spPr>
        <p:txBody>
          <a:bodyPr/>
          <a:lstStyle>
            <a:lvl1pPr algn="ctr">
              <a:defRPr>
                <a:solidFill>
                  <a:schemeClr val="bg1"/>
                </a:solidFill>
              </a:defRPr>
            </a:lvl1pPr>
          </a:lstStyle>
          <a:p>
            <a:r>
              <a:rPr lang="en-US" dirty="0"/>
              <a:t>Sample Footer Text</a:t>
            </a:r>
          </a:p>
        </p:txBody>
      </p:sp>
    </p:spTree>
    <p:extLst>
      <p:ext uri="{BB962C8B-B14F-4D97-AF65-F5344CB8AC3E}">
        <p14:creationId xmlns:p14="http://schemas.microsoft.com/office/powerpoint/2010/main" val="3848941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vl1pPr>
          </a:lstStyle>
          <a:p>
            <a:r>
              <a:rPr lang="en-US"/>
              <a:t>20XX</a:t>
            </a:r>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2698904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r>
              <a:rPr lang="en-US"/>
              <a:t>Sample Footer Text</a:t>
            </a:r>
            <a:endParaRPr lang="en-US" dirty="0"/>
          </a:p>
        </p:txBody>
      </p:sp>
      <p:sp>
        <p:nvSpPr>
          <p:cNvPr id="7" name="Date Placeholder 6"/>
          <p:cNvSpPr>
            <a:spLocks noGrp="1"/>
          </p:cNvSpPr>
          <p:nvPr>
            <p:ph type="dt" sz="half" idx="10"/>
          </p:nvPr>
        </p:nvSpPr>
        <p:spPr/>
        <p:txBody>
          <a:bodyPr/>
          <a:lstStyle>
            <a:lvl1pPr>
              <a:defRPr/>
            </a:lvl1pPr>
          </a:lstStyle>
          <a:p>
            <a:r>
              <a:rPr lang="en-US"/>
              <a:t>20XX</a:t>
            </a:r>
            <a:endParaRPr lang="en-US" dirty="0"/>
          </a:p>
        </p:txBody>
      </p:sp>
      <p:sp>
        <p:nvSpPr>
          <p:cNvPr id="9" name="Slide Number Placeholder 8"/>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4056492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3053588"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69848" y="2792472"/>
            <a:ext cx="3053588"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69206" y="2074334"/>
            <a:ext cx="3053588"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69206" y="2792471"/>
            <a:ext cx="3053588"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4">
            <a:extLst>
              <a:ext uri="{FF2B5EF4-FFF2-40B4-BE49-F238E27FC236}">
                <a16:creationId xmlns:a16="http://schemas.microsoft.com/office/drawing/2014/main" id="{A6D68D58-C9C7-41A5-9F66-57C5771B3920}"/>
              </a:ext>
            </a:extLst>
          </p:cNvPr>
          <p:cNvSpPr>
            <a:spLocks noGrp="1"/>
          </p:cNvSpPr>
          <p:nvPr>
            <p:ph type="body" sz="quarter" idx="13"/>
          </p:nvPr>
        </p:nvSpPr>
        <p:spPr>
          <a:xfrm>
            <a:off x="8068564" y="2073651"/>
            <a:ext cx="3053588"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5">
            <a:extLst>
              <a:ext uri="{FF2B5EF4-FFF2-40B4-BE49-F238E27FC236}">
                <a16:creationId xmlns:a16="http://schemas.microsoft.com/office/drawing/2014/main" id="{F3692324-6EEB-4C0A-BF90-7A27FBF6D7BD}"/>
              </a:ext>
            </a:extLst>
          </p:cNvPr>
          <p:cNvSpPr>
            <a:spLocks noGrp="1"/>
          </p:cNvSpPr>
          <p:nvPr>
            <p:ph sz="quarter" idx="14"/>
          </p:nvPr>
        </p:nvSpPr>
        <p:spPr>
          <a:xfrm>
            <a:off x="8068564" y="2791788"/>
            <a:ext cx="3053588"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p:cNvSpPr>
            <a:spLocks noGrp="1"/>
          </p:cNvSpPr>
          <p:nvPr>
            <p:ph type="ftr" sz="quarter" idx="11"/>
          </p:nvPr>
        </p:nvSpPr>
        <p:spPr/>
        <p:txBody>
          <a:bodyPr/>
          <a:lstStyle/>
          <a:p>
            <a:r>
              <a:rPr lang="en-US"/>
              <a:t>Sample Footer Text</a:t>
            </a:r>
            <a:endParaRPr lang="en-US" dirty="0"/>
          </a:p>
        </p:txBody>
      </p:sp>
      <p:sp>
        <p:nvSpPr>
          <p:cNvPr id="7" name="Date Placeholder 6"/>
          <p:cNvSpPr>
            <a:spLocks noGrp="1"/>
          </p:cNvSpPr>
          <p:nvPr>
            <p:ph type="dt" sz="half" idx="10"/>
          </p:nvPr>
        </p:nvSpPr>
        <p:spPr/>
        <p:txBody>
          <a:bodyPr/>
          <a:lstStyle>
            <a:lvl1pPr>
              <a:defRPr/>
            </a:lvl1pPr>
          </a:lstStyle>
          <a:p>
            <a:r>
              <a:rPr lang="en-US"/>
              <a:t>20XX</a:t>
            </a:r>
            <a:endParaRPr lang="en-US" dirty="0"/>
          </a:p>
        </p:txBody>
      </p:sp>
      <p:sp>
        <p:nvSpPr>
          <p:cNvPr id="9" name="Slide Number Placeholder 8"/>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4727626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lvl1pPr>
          </a:lstStyle>
          <a:p>
            <a:r>
              <a:rPr lang="en-US"/>
              <a:t>20XX</a:t>
            </a:r>
            <a:endParaRPr lang="en-US" dirty="0"/>
          </a:p>
        </p:txBody>
      </p:sp>
      <p:sp>
        <p:nvSpPr>
          <p:cNvPr id="4" name="Footer Placeholder 3"/>
          <p:cNvSpPr>
            <a:spLocks noGrp="1"/>
          </p:cNvSpPr>
          <p:nvPr>
            <p:ph type="ftr" sz="quarter" idx="11"/>
          </p:nvPr>
        </p:nvSpPr>
        <p:spPr/>
        <p:txBody>
          <a:bodyPr/>
          <a:lstStyle/>
          <a:p>
            <a:r>
              <a:rPr lang="en-US"/>
              <a:t>Sample Footer Text</a:t>
            </a:r>
            <a:endParaRPr lang="en-US" dirty="0"/>
          </a:p>
        </p:txBody>
      </p:sp>
      <p:sp>
        <p:nvSpPr>
          <p:cNvPr id="5" name="Slide Number Placeholder 4"/>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8384376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r>
              <a:rPr lang="en-US"/>
              <a:t>20XX</a:t>
            </a:r>
            <a:endParaRPr lang="en-US" dirty="0"/>
          </a:p>
        </p:txBody>
      </p:sp>
      <p:sp>
        <p:nvSpPr>
          <p:cNvPr id="3" name="Footer Placeholder 2"/>
          <p:cNvSpPr>
            <a:spLocks noGrp="1"/>
          </p:cNvSpPr>
          <p:nvPr>
            <p:ph type="ftr" sz="quarter" idx="11"/>
          </p:nvPr>
        </p:nvSpPr>
        <p:spPr/>
        <p:txBody>
          <a:bodyPr/>
          <a:lstStyle/>
          <a:p>
            <a:r>
              <a:rPr lang="en-US"/>
              <a:t>Sample Footer Text</a:t>
            </a:r>
            <a:endParaRPr lang="en-US" dirty="0"/>
          </a:p>
        </p:txBody>
      </p:sp>
      <p:sp>
        <p:nvSpPr>
          <p:cNvPr id="4" name="Slide Number Placeholder 3"/>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6921777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r>
              <a:rPr lang="en-US"/>
              <a:t>20XX</a:t>
            </a:r>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r>
              <a:rPr lang="en-US"/>
              <a:t>Sample Footer Text</a:t>
            </a:r>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294A09A9-5501-47C1-A89A-A340965A2BE2}" type="slidenum">
              <a:rPr lang="en-US" smtClean="0"/>
              <a:t>‹#›</a:t>
            </a:fld>
            <a:endParaRPr lang="en-US" dirty="0"/>
          </a:p>
        </p:txBody>
      </p:sp>
    </p:spTree>
    <p:extLst>
      <p:ext uri="{BB962C8B-B14F-4D97-AF65-F5344CB8AC3E}">
        <p14:creationId xmlns:p14="http://schemas.microsoft.com/office/powerpoint/2010/main" val="36418940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r>
              <a:rPr lang="en-US"/>
              <a:t>20XX</a:t>
            </a:r>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r>
              <a:rPr lang="en-US"/>
              <a:t>Sample Footer Text</a:t>
            </a:r>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294A09A9-5501-47C1-A89A-A340965A2BE2}"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163324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r>
              <a:rPr lang="en-US"/>
              <a:t>20XX</a:t>
            </a:r>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1000">
                <a:solidFill>
                  <a:schemeClr val="tx1">
                    <a:lumMod val="85000"/>
                    <a:lumOff val="15000"/>
                  </a:schemeClr>
                </a:solidFill>
              </a:defRPr>
            </a:lvl1pPr>
          </a:lstStyle>
          <a:p>
            <a:r>
              <a:rPr lang="en-US"/>
              <a:t>Sample Footer Text</a:t>
            </a:r>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294A09A9-5501-47C1-A89A-A340965A2BE2}" type="slidenum">
              <a:rPr lang="en-US" smtClean="0"/>
              <a:t>‹#›</a:t>
            </a:fld>
            <a:endParaRPr lang="en-US" dirty="0"/>
          </a:p>
        </p:txBody>
      </p:sp>
    </p:spTree>
    <p:extLst>
      <p:ext uri="{BB962C8B-B14F-4D97-AF65-F5344CB8AC3E}">
        <p14:creationId xmlns:p14="http://schemas.microsoft.com/office/powerpoint/2010/main" val="3441091781"/>
      </p:ext>
    </p:extLst>
  </p:cSld>
  <p:clrMap bg1="lt1" tx1="dk1" bg2="lt2" tx2="dk2" accent1="accent1" accent2="accent2" accent3="accent3" accent4="accent4" accent5="accent5" accent6="accent6" hlink="hlink" folHlink="folHlink"/>
  <p:sldLayoutIdLst>
    <p:sldLayoutId id="2147483659" r:id="rId1"/>
    <p:sldLayoutId id="2147483671" r:id="rId2"/>
    <p:sldLayoutId id="2147483660" r:id="rId3"/>
    <p:sldLayoutId id="2147483676" r:id="rId4"/>
    <p:sldLayoutId id="2147483673" r:id="rId5"/>
    <p:sldLayoutId id="2147483677" r:id="rId6"/>
    <p:sldLayoutId id="2147483672" r:id="rId7"/>
    <p:sldLayoutId id="2147483675" r:id="rId8"/>
    <p:sldLayoutId id="2147483678" r:id="rId9"/>
    <p:sldLayoutId id="2147483662" r:id="rId10"/>
    <p:sldLayoutId id="2147483663" r:id="rId11"/>
    <p:sldLayoutId id="2147483670" r:id="rId12"/>
    <p:sldLayoutId id="2147483664" r:id="rId13"/>
    <p:sldLayoutId id="2147483665" r:id="rId14"/>
    <p:sldLayoutId id="2147483666" r:id="rId15"/>
    <p:sldLayoutId id="2147483667" r:id="rId16"/>
  </p:sldLayoutIdLst>
  <p:hf hd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A2E8F76A-2E7B-4CF0-A21A-E81A13268F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8" name="Rectangle 27">
            <a:extLst>
              <a:ext uri="{FF2B5EF4-FFF2-40B4-BE49-F238E27FC236}">
                <a16:creationId xmlns:a16="http://schemas.microsoft.com/office/drawing/2014/main" id="{701DFCF0-947A-4104-A380-B590E817C2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01150" y="457200"/>
            <a:ext cx="8533646" cy="5943603"/>
          </a:xfrm>
          <a:prstGeom prst="rect">
            <a:avLst/>
          </a:prstGeom>
          <a:solidFill>
            <a:srgbClr val="FFFFFF"/>
          </a:solidFill>
          <a:ln w="6350" cap="flat" cmpd="sng" algn="ctr">
            <a:noFill/>
            <a:prstDash val="solid"/>
          </a:ln>
          <a:effectLst>
            <a:outerShdw blurRad="50800" algn="ctr" rotWithShape="0">
              <a:prstClr val="black">
                <a:alpha val="66000"/>
              </a:prstClr>
            </a:outerShdw>
            <a:softEdge rad="0"/>
          </a:effectLst>
        </p:spPr>
      </p:sp>
      <p:sp>
        <p:nvSpPr>
          <p:cNvPr id="29" name="Rectangle 28">
            <a:extLst>
              <a:ext uri="{FF2B5EF4-FFF2-40B4-BE49-F238E27FC236}">
                <a16:creationId xmlns:a16="http://schemas.microsoft.com/office/drawing/2014/main" id="{F73AA83C-8563-429B-A590-02BDBC039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68583" y="621793"/>
            <a:ext cx="8198780" cy="5614416"/>
          </a:xfrm>
          <a:prstGeom prst="rect">
            <a:avLst/>
          </a:prstGeom>
          <a:solidFill>
            <a:schemeClr val="bg1">
              <a:lumMod val="75000"/>
              <a:alpha val="60000"/>
            </a:schemeClr>
          </a:solidFill>
          <a:ln w="6350" cap="sq" cmpd="sng" algn="ctr">
            <a:noFill/>
            <a:prstDash val="solid"/>
            <a:miter lim="800000"/>
          </a:ln>
          <a:effectLst/>
        </p:spPr>
      </p:sp>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4267765" y="1225420"/>
            <a:ext cx="6400416" cy="3456643"/>
          </a:xfrm>
        </p:spPr>
        <p:txBody>
          <a:bodyPr>
            <a:normAutofit/>
          </a:bodyPr>
          <a:lstStyle/>
          <a:p>
            <a:r>
              <a:rPr lang="en-US"/>
              <a:t>Nitin  </a:t>
            </a:r>
            <a:br>
              <a:rPr lang="en-US"/>
            </a:br>
            <a:r>
              <a:rPr lang="en-US"/>
              <a:t>Six-Month Financial Summary</a:t>
            </a:r>
          </a:p>
        </p:txBody>
      </p:sp>
      <p:sp>
        <p:nvSpPr>
          <p:cNvPr id="3" name="Subtitle 2">
            <a:extLst>
              <a:ext uri="{FF2B5EF4-FFF2-40B4-BE49-F238E27FC236}">
                <a16:creationId xmlns:a16="http://schemas.microsoft.com/office/drawing/2014/main" id="{A068D447-28D3-4F5F-B2DC-FD67E9015868}"/>
              </a:ext>
            </a:extLst>
          </p:cNvPr>
          <p:cNvSpPr>
            <a:spLocks noGrp="1"/>
          </p:cNvSpPr>
          <p:nvPr>
            <p:ph type="subTitle" idx="1"/>
          </p:nvPr>
        </p:nvSpPr>
        <p:spPr>
          <a:xfrm>
            <a:off x="4266438" y="4682062"/>
            <a:ext cx="6403070" cy="1439348"/>
          </a:xfrm>
        </p:spPr>
        <p:txBody>
          <a:bodyPr vert="horz" lIns="91440" tIns="45720" rIns="91440" bIns="45720" rtlCol="0" anchor="t">
            <a:normAutofit fontScale="92500" lnSpcReduction="10000"/>
          </a:bodyPr>
          <a:lstStyle/>
          <a:p>
            <a:pPr>
              <a:spcAft>
                <a:spcPts val="600"/>
              </a:spcAft>
            </a:pPr>
            <a:r>
              <a:rPr lang="en-US" sz="2000" dirty="0">
                <a:solidFill>
                  <a:srgbClr val="FF0000"/>
                </a:solidFill>
              </a:rPr>
              <a:t>Presented by</a:t>
            </a:r>
          </a:p>
          <a:p>
            <a:pPr>
              <a:spcAft>
                <a:spcPts val="600"/>
              </a:spcAft>
            </a:pPr>
            <a:r>
              <a:rPr lang="en-US" sz="2000" dirty="0">
                <a:solidFill>
                  <a:srgbClr val="FF0000"/>
                </a:solidFill>
              </a:rPr>
              <a:t>Sreekanth </a:t>
            </a:r>
            <a:r>
              <a:rPr lang="en-US" sz="2000" dirty="0" err="1">
                <a:solidFill>
                  <a:srgbClr val="FF0000"/>
                </a:solidFill>
              </a:rPr>
              <a:t>Kudire</a:t>
            </a:r>
            <a:endParaRPr lang="en-US" sz="2000">
              <a:solidFill>
                <a:srgbClr val="FF0000"/>
              </a:solidFill>
            </a:endParaRPr>
          </a:p>
          <a:p>
            <a:pPr>
              <a:spcAft>
                <a:spcPts val="600"/>
              </a:spcAft>
            </a:pPr>
            <a:r>
              <a:rPr lang="en-US" sz="2000" dirty="0">
                <a:solidFill>
                  <a:srgbClr val="FF0000"/>
                </a:solidFill>
              </a:rPr>
              <a:t>Harika </a:t>
            </a:r>
            <a:r>
              <a:rPr lang="en-US" sz="2000" err="1">
                <a:solidFill>
                  <a:srgbClr val="FF0000"/>
                </a:solidFill>
              </a:rPr>
              <a:t>Bitla</a:t>
            </a:r>
            <a:endParaRPr lang="en-US" sz="2000" dirty="0">
              <a:solidFill>
                <a:srgbClr val="FF0000"/>
              </a:solidFill>
            </a:endParaRPr>
          </a:p>
          <a:p>
            <a:pPr>
              <a:spcAft>
                <a:spcPts val="600"/>
              </a:spcAft>
            </a:pPr>
            <a:r>
              <a:rPr lang="en-US" sz="2000" dirty="0">
                <a:solidFill>
                  <a:srgbClr val="FF0000"/>
                </a:solidFill>
              </a:rPr>
              <a:t>Kiran </a:t>
            </a:r>
            <a:r>
              <a:rPr lang="en-US" sz="2000" dirty="0">
                <a:solidFill>
                  <a:srgbClr val="FF0000"/>
                </a:solidFill>
                <a:ea typeface="+mn-lt"/>
                <a:cs typeface="+mn-lt"/>
              </a:rPr>
              <a:t>•</a:t>
            </a:r>
            <a:r>
              <a:rPr lang="en-US" sz="2000" dirty="0">
                <a:solidFill>
                  <a:srgbClr val="FF0000"/>
                </a:solidFill>
              </a:rPr>
              <a:t>Pranay</a:t>
            </a:r>
            <a:r>
              <a:rPr lang="en-US" sz="2000" dirty="0">
                <a:solidFill>
                  <a:srgbClr val="FF0000"/>
                </a:solidFill>
                <a:ea typeface="+mn-lt"/>
                <a:cs typeface="+mn-lt"/>
              </a:rPr>
              <a:t>•</a:t>
            </a:r>
            <a:r>
              <a:rPr lang="en-US" sz="2000" dirty="0">
                <a:solidFill>
                  <a:srgbClr val="FF0000"/>
                </a:solidFill>
              </a:rPr>
              <a:t> Maruthi.</a:t>
            </a:r>
          </a:p>
          <a:p>
            <a:pPr>
              <a:spcAft>
                <a:spcPts val="600"/>
              </a:spcAft>
            </a:pPr>
            <a:endParaRPr lang="en-US" sz="2000" dirty="0">
              <a:solidFill>
                <a:srgbClr val="FF0000"/>
              </a:solidFill>
            </a:endParaRP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80000"/>
                <a:shade val="100000"/>
                <a:satMod val="300000"/>
              </a:schemeClr>
            </a:gs>
            <a:gs pos="100000">
              <a:schemeClr val="bg1">
                <a:tint val="100000"/>
                <a:shade val="30000"/>
                <a:satMod val="20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D15573D-0E45-4691-B525-471152EC18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E448559-19A4-4252-8C27-54C1DA906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4419599" cy="6382512"/>
          </a:xfrm>
          <a:prstGeom prst="rect">
            <a:avLst/>
          </a:prstGeom>
          <a:solidFill>
            <a:schemeClr val="bg1">
              <a:lumMod val="75000"/>
              <a:alpha val="60000"/>
            </a:schemeClr>
          </a:solidFill>
          <a:ln w="6350" cap="flat" cmpd="sng" algn="ctr">
            <a:noFill/>
            <a:prstDash val="solid"/>
          </a:ln>
          <a:effectLst>
            <a:softEdge rad="0"/>
          </a:effectLst>
        </p:spPr>
      </p:sp>
      <p:sp>
        <p:nvSpPr>
          <p:cNvPr id="18" name="Rectangle 17">
            <a:extLst>
              <a:ext uri="{FF2B5EF4-FFF2-40B4-BE49-F238E27FC236}">
                <a16:creationId xmlns:a16="http://schemas.microsoft.com/office/drawing/2014/main" id="{1B19C35E-4E30-4F1D-9FC2-F2FA6191E4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819" y="466344"/>
            <a:ext cx="3959352" cy="5925312"/>
          </a:xfrm>
          <a:prstGeom prst="rect">
            <a:avLst/>
          </a:prstGeom>
          <a:noFill/>
          <a:ln w="6350" cap="sq" cmpd="sng" algn="ctr">
            <a:solidFill>
              <a:schemeClr val="tx1">
                <a:lumMod val="75000"/>
                <a:lumOff val="25000"/>
              </a:schemeClr>
            </a:solidFill>
            <a:prstDash val="solid"/>
            <a:miter lim="800000"/>
          </a:ln>
          <a:effectLst/>
        </p:spPr>
      </p:sp>
      <p:sp>
        <p:nvSpPr>
          <p:cNvPr id="2" name="Title 1">
            <a:extLst>
              <a:ext uri="{FF2B5EF4-FFF2-40B4-BE49-F238E27FC236}">
                <a16:creationId xmlns:a16="http://schemas.microsoft.com/office/drawing/2014/main" id="{8CD345C6-EFB4-3A7B-3300-58A3D05442A7}"/>
              </a:ext>
            </a:extLst>
          </p:cNvPr>
          <p:cNvSpPr>
            <a:spLocks noGrp="1"/>
          </p:cNvSpPr>
          <p:nvPr>
            <p:ph type="title"/>
          </p:nvPr>
        </p:nvSpPr>
        <p:spPr>
          <a:xfrm>
            <a:off x="676240" y="875324"/>
            <a:ext cx="3536510" cy="5093520"/>
          </a:xfrm>
        </p:spPr>
        <p:txBody>
          <a:bodyPr>
            <a:normAutofit/>
          </a:bodyPr>
          <a:lstStyle/>
          <a:p>
            <a:pPr algn="ctr"/>
            <a:r>
              <a:rPr lang="en-US" sz="5400" dirty="0">
                <a:solidFill>
                  <a:schemeClr val="tx1"/>
                </a:solidFill>
              </a:rPr>
              <a:t>Agenda</a:t>
            </a:r>
          </a:p>
        </p:txBody>
      </p:sp>
      <p:sp>
        <p:nvSpPr>
          <p:cNvPr id="3" name="Subtitle 2">
            <a:extLst>
              <a:ext uri="{FF2B5EF4-FFF2-40B4-BE49-F238E27FC236}">
                <a16:creationId xmlns:a16="http://schemas.microsoft.com/office/drawing/2014/main" id="{0C03F144-5B82-BBB2-4CF8-EC36327E5269}"/>
              </a:ext>
            </a:extLst>
          </p:cNvPr>
          <p:cNvSpPr>
            <a:spLocks noGrp="1"/>
          </p:cNvSpPr>
          <p:nvPr>
            <p:ph idx="1"/>
          </p:nvPr>
        </p:nvSpPr>
        <p:spPr>
          <a:xfrm>
            <a:off x="5478124" y="559477"/>
            <a:ext cx="5647076" cy="5475563"/>
          </a:xfrm>
        </p:spPr>
        <p:txBody>
          <a:bodyPr anchor="ctr">
            <a:normAutofit/>
          </a:bodyPr>
          <a:lstStyle/>
          <a:p>
            <a:r>
              <a:rPr lang="en-US" sz="2400" dirty="0">
                <a:latin typeface="Aptos Display"/>
              </a:rPr>
              <a:t>1.Month-wise Expense Trend.</a:t>
            </a:r>
          </a:p>
          <a:p>
            <a:r>
              <a:rPr lang="en-US" sz="2400" dirty="0">
                <a:latin typeface="Aptos Display"/>
              </a:rPr>
              <a:t>2. Category-wise Expense Analysis.</a:t>
            </a:r>
          </a:p>
          <a:p>
            <a:r>
              <a:rPr lang="en-US" sz="2400" dirty="0">
                <a:latin typeface="Aptos Display"/>
              </a:rPr>
              <a:t>3. Top 2 Expense Categories.</a:t>
            </a:r>
          </a:p>
          <a:p>
            <a:r>
              <a:rPr lang="en-US" sz="2400" dirty="0">
                <a:latin typeface="Aptos Display"/>
              </a:rPr>
              <a:t>4. item-wise Monthly Expenses.</a:t>
            </a:r>
          </a:p>
          <a:p>
            <a:r>
              <a:rPr lang="en-US" sz="2400" dirty="0">
                <a:latin typeface="Aptos Display"/>
              </a:rPr>
              <a:t>5. Savings Analysis and Recommendations.</a:t>
            </a:r>
          </a:p>
        </p:txBody>
      </p:sp>
    </p:spTree>
    <p:extLst>
      <p:ext uri="{BB962C8B-B14F-4D97-AF65-F5344CB8AC3E}">
        <p14:creationId xmlns:p14="http://schemas.microsoft.com/office/powerpoint/2010/main" val="1596141024"/>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88DE9B99-ADEF-4DA4-A716-52D0A8BE53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56" name="Rectangle 55">
            <a:extLst>
              <a:ext uri="{FF2B5EF4-FFF2-40B4-BE49-F238E27FC236}">
                <a16:creationId xmlns:a16="http://schemas.microsoft.com/office/drawing/2014/main" id="{6E20860D-8992-496E-BC22-8450E344BE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57" name="Rectangle 56">
            <a:extLst>
              <a:ext uri="{FF2B5EF4-FFF2-40B4-BE49-F238E27FC236}">
                <a16:creationId xmlns:a16="http://schemas.microsoft.com/office/drawing/2014/main" id="{A009E310-C7C2-4F23-B466-4417C8ED3B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8" name="Rectangle 57">
            <a:extLst>
              <a:ext uri="{FF2B5EF4-FFF2-40B4-BE49-F238E27FC236}">
                <a16:creationId xmlns:a16="http://schemas.microsoft.com/office/drawing/2014/main" id="{A4C31FF5-F97E-4082-BFC5-A880DB9F3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01150" y="457200"/>
            <a:ext cx="8533646" cy="5943603"/>
          </a:xfrm>
          <a:prstGeom prst="rect">
            <a:avLst/>
          </a:prstGeom>
          <a:solidFill>
            <a:srgbClr val="FFFFFF"/>
          </a:solidFill>
          <a:ln w="6350" cap="flat" cmpd="sng" algn="ctr">
            <a:noFill/>
            <a:prstDash val="solid"/>
          </a:ln>
          <a:effectLst>
            <a:outerShdw blurRad="50800" algn="ctr" rotWithShape="0">
              <a:prstClr val="black">
                <a:alpha val="66000"/>
              </a:prstClr>
            </a:outerShdw>
            <a:softEdge rad="0"/>
          </a:effectLst>
        </p:spPr>
      </p:sp>
      <p:sp>
        <p:nvSpPr>
          <p:cNvPr id="59" name="Rectangle 58">
            <a:extLst>
              <a:ext uri="{FF2B5EF4-FFF2-40B4-BE49-F238E27FC236}">
                <a16:creationId xmlns:a16="http://schemas.microsoft.com/office/drawing/2014/main" id="{6015B4CE-42DE-4E9B-B800-B5B8142E6F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72467" y="621793"/>
            <a:ext cx="8198780" cy="5614416"/>
          </a:xfrm>
          <a:prstGeom prst="rect">
            <a:avLst/>
          </a:prstGeom>
          <a:solidFill>
            <a:schemeClr val="bg1">
              <a:lumMod val="75000"/>
              <a:alpha val="60000"/>
            </a:schemeClr>
          </a:solidFill>
          <a:ln w="6350" cap="sq" cmpd="sng" algn="ctr">
            <a:noFill/>
            <a:prstDash val="solid"/>
            <a:miter lim="800000"/>
          </a:ln>
          <a:effectLst/>
        </p:spPr>
      </p:sp>
      <p:sp>
        <p:nvSpPr>
          <p:cNvPr id="2" name="Title 1">
            <a:extLst>
              <a:ext uri="{FF2B5EF4-FFF2-40B4-BE49-F238E27FC236}">
                <a16:creationId xmlns:a16="http://schemas.microsoft.com/office/drawing/2014/main" id="{378C802F-C74D-41A2-8127-19D4F8EE42F4}"/>
              </a:ext>
            </a:extLst>
          </p:cNvPr>
          <p:cNvSpPr>
            <a:spLocks noGrp="1"/>
          </p:cNvSpPr>
          <p:nvPr>
            <p:ph type="title"/>
          </p:nvPr>
        </p:nvSpPr>
        <p:spPr>
          <a:xfrm>
            <a:off x="3844616" y="881210"/>
            <a:ext cx="7417925" cy="1517035"/>
          </a:xfrm>
        </p:spPr>
        <p:txBody>
          <a:bodyPr vert="horz" lIns="91440" tIns="45720" rIns="91440" bIns="45720" rtlCol="0" anchor="ctr">
            <a:normAutofit/>
          </a:bodyPr>
          <a:lstStyle/>
          <a:p>
            <a:r>
              <a:rPr lang="en-US" sz="5400" dirty="0">
                <a:solidFill>
                  <a:schemeClr val="accent2"/>
                </a:solidFill>
              </a:rPr>
              <a:t>Introduction</a:t>
            </a:r>
          </a:p>
        </p:txBody>
      </p:sp>
      <p:sp>
        <p:nvSpPr>
          <p:cNvPr id="37" name="Content Placeholder 36">
            <a:extLst>
              <a:ext uri="{FF2B5EF4-FFF2-40B4-BE49-F238E27FC236}">
                <a16:creationId xmlns:a16="http://schemas.microsoft.com/office/drawing/2014/main" id="{E4A54726-4483-4264-B2EC-04C460B0BD95}"/>
              </a:ext>
            </a:extLst>
          </p:cNvPr>
          <p:cNvSpPr>
            <a:spLocks noGrp="1"/>
          </p:cNvSpPr>
          <p:nvPr>
            <p:ph sz="quarter" idx="11"/>
          </p:nvPr>
        </p:nvSpPr>
        <p:spPr>
          <a:xfrm>
            <a:off x="3844616" y="2626840"/>
            <a:ext cx="7245103" cy="3131777"/>
          </a:xfrm>
        </p:spPr>
        <p:txBody>
          <a:bodyPr vert="horz" lIns="91440" tIns="45720" rIns="91440" bIns="45720" rtlCol="0" anchor="t">
            <a:normAutofit/>
          </a:bodyPr>
          <a:lstStyle/>
          <a:p>
            <a:pPr indent="-182880">
              <a:buFont typeface="Garamond" pitchFamily="18" charset="0"/>
              <a:buChar char="◦"/>
            </a:pPr>
            <a:r>
              <a:rPr lang="en-US" sz="2400" dirty="0">
                <a:solidFill>
                  <a:schemeClr val="tx1"/>
                </a:solidFill>
              </a:rPr>
              <a:t>This project analyzes six months of personal expense data using Microsoft Excel Pivot tables and charts were used to identify spending patterns across categories and items. The objective is to understand where the maximum money is spent, track monthly trends, and highlight essential and less-essential expenses. Based on the analysis, recommendations are provided to improve budgeting and increase saving.</a:t>
            </a:r>
          </a:p>
          <a:p>
            <a:pPr indent="-182880">
              <a:buFont typeface="Garamond" pitchFamily="18" charset="0"/>
              <a:buChar char="◦"/>
            </a:pPr>
            <a:endParaRPr lang="en-US" sz="2400" dirty="0">
              <a:solidFill>
                <a:schemeClr val="tx1"/>
              </a:solidFill>
            </a:endParaRPr>
          </a:p>
        </p:txBody>
      </p:sp>
    </p:spTree>
    <p:extLst>
      <p:ext uri="{BB962C8B-B14F-4D97-AF65-F5344CB8AC3E}">
        <p14:creationId xmlns:p14="http://schemas.microsoft.com/office/powerpoint/2010/main" val="520594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3203E-97F2-8C25-E924-451E3E65E877}"/>
              </a:ext>
            </a:extLst>
          </p:cNvPr>
          <p:cNvSpPr>
            <a:spLocks noGrp="1"/>
          </p:cNvSpPr>
          <p:nvPr>
            <p:ph type="title"/>
          </p:nvPr>
        </p:nvSpPr>
        <p:spPr/>
        <p:txBody>
          <a:bodyPr/>
          <a:lstStyle/>
          <a:p>
            <a:r>
              <a:rPr lang="en-US" dirty="0"/>
              <a:t>Objectives</a:t>
            </a:r>
          </a:p>
        </p:txBody>
      </p:sp>
      <p:graphicFrame>
        <p:nvGraphicFramePr>
          <p:cNvPr id="16" name="Content Placeholder 3">
            <a:extLst>
              <a:ext uri="{FF2B5EF4-FFF2-40B4-BE49-F238E27FC236}">
                <a16:creationId xmlns:a16="http://schemas.microsoft.com/office/drawing/2014/main" id="{4F09D056-24B9-FE0C-9341-0B0A85700482}"/>
              </a:ext>
            </a:extLst>
          </p:cNvPr>
          <p:cNvGraphicFramePr>
            <a:graphicFrameLocks noGrp="1"/>
          </p:cNvGraphicFramePr>
          <p:nvPr>
            <p:ph idx="1"/>
            <p:extLst>
              <p:ext uri="{D42A27DB-BD31-4B8C-83A1-F6EECF244321}">
                <p14:modId xmlns:p14="http://schemas.microsoft.com/office/powerpoint/2010/main" val="2606698192"/>
              </p:ext>
            </p:extLst>
          </p:nvPr>
        </p:nvGraphicFramePr>
        <p:xfrm>
          <a:off x="1066800" y="2002478"/>
          <a:ext cx="10058400" cy="38496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43440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84026B-8AD6-C641-C29D-D20F2ADBC019}"/>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D7988416-083C-E897-336F-67CD9ABD92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A3FC1A2C-87D4-219C-9B8C-62F3D73812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43" name="Rectangle 42">
            <a:extLst>
              <a:ext uri="{FF2B5EF4-FFF2-40B4-BE49-F238E27FC236}">
                <a16:creationId xmlns:a16="http://schemas.microsoft.com/office/drawing/2014/main" id="{31240FF4-9782-16B6-57F3-BEEAFEDCCC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useBgFill="1">
        <p:nvSpPr>
          <p:cNvPr id="45" name="Rectangle 44">
            <a:extLst>
              <a:ext uri="{FF2B5EF4-FFF2-40B4-BE49-F238E27FC236}">
                <a16:creationId xmlns:a16="http://schemas.microsoft.com/office/drawing/2014/main" id="{F018A4EE-26FD-FE83-8E5A-9F98F3279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6295FD1E-308D-34DC-4704-0CD6180B8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4419599" cy="6382512"/>
          </a:xfrm>
          <a:prstGeom prst="rect">
            <a:avLst/>
          </a:prstGeom>
          <a:solidFill>
            <a:schemeClr val="bg1">
              <a:lumMod val="85000"/>
              <a:alpha val="60000"/>
            </a:schemeClr>
          </a:solidFill>
          <a:ln w="6350" cap="flat" cmpd="sng" algn="ctr">
            <a:noFill/>
            <a:prstDash val="solid"/>
          </a:ln>
          <a:effectLst>
            <a:softEdge rad="0"/>
          </a:effectLst>
        </p:spPr>
      </p:sp>
      <p:sp>
        <p:nvSpPr>
          <p:cNvPr id="2" name="Title 1">
            <a:extLst>
              <a:ext uri="{FF2B5EF4-FFF2-40B4-BE49-F238E27FC236}">
                <a16:creationId xmlns:a16="http://schemas.microsoft.com/office/drawing/2014/main" id="{11ADE5FE-F5B9-3B00-3F99-DD118618B8EF}"/>
              </a:ext>
            </a:extLst>
          </p:cNvPr>
          <p:cNvSpPr>
            <a:spLocks noGrp="1"/>
          </p:cNvSpPr>
          <p:nvPr>
            <p:ph type="title"/>
          </p:nvPr>
        </p:nvSpPr>
        <p:spPr>
          <a:xfrm>
            <a:off x="573409" y="559477"/>
            <a:ext cx="3765200" cy="5709931"/>
          </a:xfrm>
        </p:spPr>
        <p:txBody>
          <a:bodyPr vert="horz" lIns="91440" tIns="45720" rIns="91440" bIns="45720" rtlCol="0" anchor="ctr">
            <a:normAutofit/>
          </a:bodyPr>
          <a:lstStyle/>
          <a:p>
            <a:pPr algn="ctr"/>
            <a:r>
              <a:rPr lang="en-US" sz="2800" dirty="0">
                <a:solidFill>
                  <a:schemeClr val="accent2"/>
                </a:solidFill>
                <a:latin typeface="Aptos Display"/>
              </a:rPr>
              <a:t>Month-wise Expense Trend</a:t>
            </a:r>
            <a:br>
              <a:rPr lang="en-US" sz="2800" dirty="0">
                <a:solidFill>
                  <a:schemeClr val="accent2"/>
                </a:solidFill>
                <a:latin typeface="Aptos Display"/>
              </a:rPr>
            </a:br>
            <a:br>
              <a:rPr lang="en-US" sz="2800" dirty="0">
                <a:latin typeface="Aptos Display"/>
              </a:rPr>
            </a:br>
            <a:r>
              <a:rPr lang="en-US" sz="2000" dirty="0">
                <a:solidFill>
                  <a:schemeClr val="tx1"/>
                </a:solidFill>
                <a:latin typeface="Aptos Display"/>
              </a:rPr>
              <a:t>February has the highest total expense.</a:t>
            </a:r>
            <a:br>
              <a:rPr lang="en-US" sz="2000" dirty="0">
                <a:solidFill>
                  <a:schemeClr val="tx1"/>
                </a:solidFill>
                <a:latin typeface="Aptos Display"/>
              </a:rPr>
            </a:br>
            <a:br>
              <a:rPr lang="en-US" sz="2000" dirty="0">
                <a:latin typeface="Aptos Display"/>
              </a:rPr>
            </a:br>
            <a:r>
              <a:rPr lang="en-US" sz="2000" dirty="0">
                <a:solidFill>
                  <a:schemeClr val="tx1"/>
                </a:solidFill>
                <a:latin typeface="Aptos Display"/>
              </a:rPr>
              <a:t>March has comparatively lower spending than other months.</a:t>
            </a:r>
            <a:br>
              <a:rPr lang="en-US" sz="2000" dirty="0">
                <a:solidFill>
                  <a:schemeClr val="tx1"/>
                </a:solidFill>
                <a:latin typeface="Aptos Display"/>
              </a:rPr>
            </a:br>
            <a:br>
              <a:rPr lang="en-US" sz="2000" dirty="0">
                <a:latin typeface="Aptos Display"/>
              </a:rPr>
            </a:br>
            <a:r>
              <a:rPr lang="en-US" sz="2000" dirty="0">
                <a:solidFill>
                  <a:schemeClr val="tx1"/>
                </a:solidFill>
                <a:latin typeface="Aptos Display"/>
              </a:rPr>
              <a:t>Expenses fluctuate across months.</a:t>
            </a:r>
            <a:br>
              <a:rPr lang="en-US" sz="2000" dirty="0">
                <a:latin typeface="Aptos Display"/>
              </a:rPr>
            </a:br>
            <a:endParaRPr lang="en-US" sz="2800">
              <a:solidFill>
                <a:schemeClr val="tx1">
                  <a:lumMod val="85000"/>
                  <a:lumOff val="15000"/>
                </a:schemeClr>
              </a:solidFill>
            </a:endParaRPr>
          </a:p>
        </p:txBody>
      </p:sp>
      <p:sp>
        <p:nvSpPr>
          <p:cNvPr id="49" name="Rectangle 48">
            <a:extLst>
              <a:ext uri="{FF2B5EF4-FFF2-40B4-BE49-F238E27FC236}">
                <a16:creationId xmlns:a16="http://schemas.microsoft.com/office/drawing/2014/main" id="{67CF7E61-FDDE-72CC-DE3C-78B22B9829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4122323" cy="6108192"/>
          </a:xfrm>
          <a:prstGeom prst="rect">
            <a:avLst/>
          </a:prstGeom>
          <a:noFill/>
          <a:ln w="6350" cap="sq" cmpd="sng" algn="ctr">
            <a:solidFill>
              <a:schemeClr val="tx1">
                <a:lumMod val="75000"/>
                <a:lumOff val="25000"/>
              </a:schemeClr>
            </a:solidFill>
            <a:prstDash val="solid"/>
            <a:miter lim="800000"/>
          </a:ln>
          <a:effectLst/>
        </p:spPr>
      </p:sp>
      <p:graphicFrame>
        <p:nvGraphicFramePr>
          <p:cNvPr id="6" name="Chart 5">
            <a:extLst>
              <a:ext uri="{FF2B5EF4-FFF2-40B4-BE49-F238E27FC236}">
                <a16:creationId xmlns:a16="http://schemas.microsoft.com/office/drawing/2014/main" id="{FD578555-93B3-3C05-833F-C27B4567D4FB}"/>
              </a:ext>
            </a:extLst>
          </p:cNvPr>
          <p:cNvGraphicFramePr>
            <a:graphicFrameLocks/>
          </p:cNvGraphicFramePr>
          <p:nvPr>
            <p:extLst>
              <p:ext uri="{D42A27DB-BD31-4B8C-83A1-F6EECF244321}">
                <p14:modId xmlns:p14="http://schemas.microsoft.com/office/powerpoint/2010/main" val="2518293669"/>
              </p:ext>
            </p:extLst>
          </p:nvPr>
        </p:nvGraphicFramePr>
        <p:xfrm>
          <a:off x="5381896" y="552630"/>
          <a:ext cx="6239950" cy="574806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269116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685B1578-9B95-463A-91DE-797A98F7E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43" name="Rectangle 42">
            <a:extLst>
              <a:ext uri="{FF2B5EF4-FFF2-40B4-BE49-F238E27FC236}">
                <a16:creationId xmlns:a16="http://schemas.microsoft.com/office/drawing/2014/main" id="{B7753F1F-C532-475B-BE0D-7359EB6F86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useBgFill="1">
        <p:nvSpPr>
          <p:cNvPr id="45" name="Rectangle 44">
            <a:extLst>
              <a:ext uri="{FF2B5EF4-FFF2-40B4-BE49-F238E27FC236}">
                <a16:creationId xmlns:a16="http://schemas.microsoft.com/office/drawing/2014/main" id="{A2AD6B69-E0A0-476D-9EE1-6B69F04C59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16BE10A1-AD5F-4AB3-8A94-41D62B494A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4419599" cy="6382512"/>
          </a:xfrm>
          <a:prstGeom prst="rect">
            <a:avLst/>
          </a:prstGeom>
          <a:solidFill>
            <a:schemeClr val="bg1">
              <a:lumMod val="85000"/>
              <a:alpha val="60000"/>
            </a:schemeClr>
          </a:solidFill>
          <a:ln w="6350" cap="flat" cmpd="sng" algn="ctr">
            <a:noFill/>
            <a:prstDash val="solid"/>
          </a:ln>
          <a:effectLst>
            <a:softEdge rad="0"/>
          </a:effectLst>
        </p:spPr>
      </p:sp>
      <p:sp>
        <p:nvSpPr>
          <p:cNvPr id="2" name="Title 1">
            <a:extLst>
              <a:ext uri="{FF2B5EF4-FFF2-40B4-BE49-F238E27FC236}">
                <a16:creationId xmlns:a16="http://schemas.microsoft.com/office/drawing/2014/main" id="{76B158C6-2FE8-9009-4D24-37D6E48742CC}"/>
              </a:ext>
            </a:extLst>
          </p:cNvPr>
          <p:cNvSpPr>
            <a:spLocks noGrp="1"/>
          </p:cNvSpPr>
          <p:nvPr>
            <p:ph type="title"/>
          </p:nvPr>
        </p:nvSpPr>
        <p:spPr>
          <a:xfrm>
            <a:off x="573409" y="559477"/>
            <a:ext cx="3765200" cy="5709931"/>
          </a:xfrm>
        </p:spPr>
        <p:txBody>
          <a:bodyPr vert="horz" lIns="91440" tIns="45720" rIns="91440" bIns="45720" rtlCol="0" anchor="ctr">
            <a:normAutofit/>
          </a:bodyPr>
          <a:lstStyle/>
          <a:p>
            <a:pPr algn="ctr"/>
            <a:r>
              <a:rPr lang="en-US" sz="3200" dirty="0">
                <a:solidFill>
                  <a:schemeClr val="accent2"/>
                </a:solidFill>
              </a:rPr>
              <a:t>Category wise Expenses (Data Bars)</a:t>
            </a:r>
            <a:br>
              <a:rPr lang="en-US" sz="3200" dirty="0">
                <a:solidFill>
                  <a:schemeClr val="accent2"/>
                </a:solidFill>
              </a:rPr>
            </a:br>
            <a:br>
              <a:rPr lang="en-US" sz="3200" dirty="0">
                <a:solidFill>
                  <a:schemeClr val="accent2"/>
                </a:solidFill>
              </a:rPr>
            </a:br>
            <a:r>
              <a:rPr lang="en-US" sz="3200" dirty="0">
                <a:ea typeface="+mj-lt"/>
                <a:cs typeface="+mj-lt"/>
              </a:rPr>
              <a:t>◦</a:t>
            </a:r>
            <a:r>
              <a:rPr lang="en-US" sz="3200" dirty="0">
                <a:solidFill>
                  <a:srgbClr val="FFFFFF"/>
                </a:solidFill>
                <a:latin typeface="Garamond"/>
              </a:rPr>
              <a:t> </a:t>
            </a:r>
            <a:r>
              <a:rPr lang="en-US" sz="2000" dirty="0">
                <a:solidFill>
                  <a:schemeClr val="tx1">
                    <a:lumMod val="85000"/>
                    <a:lumOff val="15000"/>
                  </a:schemeClr>
                </a:solidFill>
                <a:latin typeface="Aptos Display"/>
              </a:rPr>
              <a:t>Grocery has the largest expense, shown by the longest data bar.</a:t>
            </a:r>
            <a:br>
              <a:rPr lang="en-US" sz="2000" dirty="0">
                <a:solidFill>
                  <a:schemeClr val="tx1">
                    <a:lumMod val="85000"/>
                    <a:lumOff val="15000"/>
                  </a:schemeClr>
                </a:solidFill>
                <a:latin typeface="Aptos Display"/>
              </a:rPr>
            </a:br>
            <a:br>
              <a:rPr lang="en-US" sz="2000" dirty="0">
                <a:latin typeface="Aptos Display"/>
              </a:rPr>
            </a:br>
            <a:r>
              <a:rPr lang="en-US" sz="2000" dirty="0">
                <a:solidFill>
                  <a:schemeClr val="tx1">
                    <a:lumMod val="85000"/>
                    <a:lumOff val="15000"/>
                  </a:schemeClr>
                </a:solidFill>
                <a:latin typeface="Aptos Display"/>
              </a:rPr>
              <a:t>Doctor and Medicine shows the lowest spending.</a:t>
            </a:r>
            <a:br>
              <a:rPr lang="en-US" sz="2000" dirty="0">
                <a:solidFill>
                  <a:schemeClr val="tx1">
                    <a:lumMod val="85000"/>
                    <a:lumOff val="15000"/>
                  </a:schemeClr>
                </a:solidFill>
                <a:latin typeface="Aptos Display"/>
              </a:rPr>
            </a:br>
            <a:br>
              <a:rPr lang="en-US" sz="2000" dirty="0">
                <a:latin typeface="Aptos Display"/>
              </a:rPr>
            </a:br>
            <a:r>
              <a:rPr lang="en-US" sz="2000" dirty="0">
                <a:solidFill>
                  <a:srgbClr val="FFFFFF"/>
                </a:solidFill>
                <a:latin typeface="Garamond"/>
              </a:rPr>
              <a:t> </a:t>
            </a:r>
            <a:r>
              <a:rPr lang="en-US" sz="2000" dirty="0">
                <a:solidFill>
                  <a:schemeClr val="tx1">
                    <a:lumMod val="85000"/>
                    <a:lumOff val="15000"/>
                  </a:schemeClr>
                </a:solidFill>
                <a:latin typeface="Aptos Display"/>
              </a:rPr>
              <a:t>Ticket and Bills has the second highest expense.</a:t>
            </a:r>
            <a:br>
              <a:rPr lang="en-US" sz="2000" dirty="0">
                <a:latin typeface="Aptos Display"/>
              </a:rPr>
            </a:br>
            <a:endParaRPr lang="en-US" dirty="0">
              <a:solidFill>
                <a:schemeClr val="tx1">
                  <a:lumMod val="85000"/>
                  <a:lumOff val="15000"/>
                </a:schemeClr>
              </a:solidFill>
            </a:endParaRPr>
          </a:p>
        </p:txBody>
      </p:sp>
      <p:sp>
        <p:nvSpPr>
          <p:cNvPr id="49" name="Rectangle 48">
            <a:extLst>
              <a:ext uri="{FF2B5EF4-FFF2-40B4-BE49-F238E27FC236}">
                <a16:creationId xmlns:a16="http://schemas.microsoft.com/office/drawing/2014/main" id="{5684BFFE-6A90-4311-ACD5-B34177D464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4122323" cy="6108192"/>
          </a:xfrm>
          <a:prstGeom prst="rect">
            <a:avLst/>
          </a:prstGeom>
          <a:noFill/>
          <a:ln w="6350" cap="sq" cmpd="sng" algn="ctr">
            <a:solidFill>
              <a:schemeClr val="tx1">
                <a:lumMod val="75000"/>
                <a:lumOff val="25000"/>
              </a:schemeClr>
            </a:solidFill>
            <a:prstDash val="solid"/>
            <a:miter lim="800000"/>
          </a:ln>
          <a:effectLst/>
        </p:spPr>
      </p:sp>
      <p:pic>
        <p:nvPicPr>
          <p:cNvPr id="23" name="Content Placeholder 22" descr="A screenshot of a computer&#10;&#10;AI-generated content may be incorrect.">
            <a:extLst>
              <a:ext uri="{FF2B5EF4-FFF2-40B4-BE49-F238E27FC236}">
                <a16:creationId xmlns:a16="http://schemas.microsoft.com/office/drawing/2014/main" id="{CB09E828-C04D-BFCE-FFC9-37D2CF97660A}"/>
              </a:ext>
            </a:extLst>
          </p:cNvPr>
          <p:cNvPicPr>
            <a:picLocks noGrp="1" noChangeAspect="1"/>
          </p:cNvPicPr>
          <p:nvPr>
            <p:ph sz="quarter" idx="11"/>
          </p:nvPr>
        </p:nvPicPr>
        <p:blipFill>
          <a:blip r:embed="rId2"/>
          <a:stretch>
            <a:fillRect/>
          </a:stretch>
        </p:blipFill>
        <p:spPr>
          <a:xfrm>
            <a:off x="5573798" y="553573"/>
            <a:ext cx="6040107" cy="3954132"/>
          </a:xfrm>
          <a:prstGeom prst="rect">
            <a:avLst/>
          </a:prstGeom>
        </p:spPr>
      </p:pic>
    </p:spTree>
    <p:extLst>
      <p:ext uri="{BB962C8B-B14F-4D97-AF65-F5344CB8AC3E}">
        <p14:creationId xmlns:p14="http://schemas.microsoft.com/office/powerpoint/2010/main" val="2585617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C7E00F-D3B7-E4C7-6760-CE9392CFCE01}"/>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73884EF8-7C41-EB2E-3772-C287F6E52A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AAD6494E-434A-ACCD-D5BC-9FD9BCB326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43" name="Rectangle 42">
            <a:extLst>
              <a:ext uri="{FF2B5EF4-FFF2-40B4-BE49-F238E27FC236}">
                <a16:creationId xmlns:a16="http://schemas.microsoft.com/office/drawing/2014/main" id="{EF65C689-0CC4-FA17-0645-C4EA5F4181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useBgFill="1">
        <p:nvSpPr>
          <p:cNvPr id="45" name="Rectangle 44">
            <a:extLst>
              <a:ext uri="{FF2B5EF4-FFF2-40B4-BE49-F238E27FC236}">
                <a16:creationId xmlns:a16="http://schemas.microsoft.com/office/drawing/2014/main" id="{40BEAFCB-0788-E1A4-E090-9F5198640E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7620E0AC-5F28-F34E-3789-91A230510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4419599" cy="6382512"/>
          </a:xfrm>
          <a:prstGeom prst="rect">
            <a:avLst/>
          </a:prstGeom>
          <a:solidFill>
            <a:schemeClr val="bg1">
              <a:lumMod val="85000"/>
              <a:alpha val="60000"/>
            </a:schemeClr>
          </a:solidFill>
          <a:ln w="6350" cap="flat" cmpd="sng" algn="ctr">
            <a:noFill/>
            <a:prstDash val="solid"/>
          </a:ln>
          <a:effectLst>
            <a:softEdge rad="0"/>
          </a:effectLst>
        </p:spPr>
      </p:sp>
      <p:sp>
        <p:nvSpPr>
          <p:cNvPr id="2" name="Title 1">
            <a:extLst>
              <a:ext uri="{FF2B5EF4-FFF2-40B4-BE49-F238E27FC236}">
                <a16:creationId xmlns:a16="http://schemas.microsoft.com/office/drawing/2014/main" id="{5BA1B74F-C11B-93CF-C1EE-0BBBB3F8AF3B}"/>
              </a:ext>
            </a:extLst>
          </p:cNvPr>
          <p:cNvSpPr>
            <a:spLocks noGrp="1"/>
          </p:cNvSpPr>
          <p:nvPr>
            <p:ph type="title"/>
          </p:nvPr>
        </p:nvSpPr>
        <p:spPr>
          <a:xfrm>
            <a:off x="573409" y="559477"/>
            <a:ext cx="3765200" cy="5709931"/>
          </a:xfrm>
        </p:spPr>
        <p:txBody>
          <a:bodyPr vert="horz" lIns="91440" tIns="45720" rIns="91440" bIns="45720" rtlCol="0" anchor="ctr">
            <a:normAutofit/>
          </a:bodyPr>
          <a:lstStyle/>
          <a:p>
            <a:pPr algn="ctr"/>
            <a:r>
              <a:rPr lang="en-US" sz="3600" dirty="0">
                <a:solidFill>
                  <a:schemeClr val="accent2"/>
                </a:solidFill>
              </a:rPr>
              <a:t>Top 2 Expense Categories</a:t>
            </a:r>
            <a:br>
              <a:rPr lang="en-US" sz="3600" dirty="0">
                <a:solidFill>
                  <a:schemeClr val="accent2"/>
                </a:solidFill>
              </a:rPr>
            </a:br>
            <a:br>
              <a:rPr lang="en-US" sz="3200" dirty="0"/>
            </a:br>
            <a:r>
              <a:rPr lang="en-US" sz="2000" dirty="0">
                <a:solidFill>
                  <a:schemeClr val="tx1"/>
                </a:solidFill>
                <a:latin typeface="Aptos Display"/>
                <a:ea typeface="+mj-lt"/>
                <a:cs typeface="+mj-lt"/>
              </a:rPr>
              <a:t>• Grocery is the highest spending category.</a:t>
            </a:r>
            <a:br>
              <a:rPr lang="en-US" sz="2000" dirty="0">
                <a:solidFill>
                  <a:schemeClr val="tx1"/>
                </a:solidFill>
                <a:latin typeface="Aptos Display"/>
                <a:ea typeface="+mj-lt"/>
                <a:cs typeface="+mj-lt"/>
              </a:rPr>
            </a:br>
            <a:br>
              <a:rPr lang="en-US" sz="2000" dirty="0">
                <a:latin typeface="Aptos Display"/>
                <a:ea typeface="+mj-lt"/>
                <a:cs typeface="+mj-lt"/>
              </a:rPr>
            </a:br>
            <a:r>
              <a:rPr lang="en-US" sz="2000" dirty="0">
                <a:solidFill>
                  <a:schemeClr val="tx1"/>
                </a:solidFill>
                <a:latin typeface="Aptos Display"/>
                <a:ea typeface="+mj-lt"/>
                <a:cs typeface="+mj-lt"/>
              </a:rPr>
              <a:t>• Ticket and Bills is the second highest category.</a:t>
            </a:r>
            <a:br>
              <a:rPr lang="en-US" sz="2000" dirty="0">
                <a:solidFill>
                  <a:schemeClr val="tx1"/>
                </a:solidFill>
                <a:latin typeface="Aptos Display"/>
                <a:ea typeface="+mj-lt"/>
                <a:cs typeface="+mj-lt"/>
              </a:rPr>
            </a:br>
            <a:br>
              <a:rPr lang="en-US" sz="2000" dirty="0">
                <a:latin typeface="Aptos Display"/>
                <a:ea typeface="+mj-lt"/>
                <a:cs typeface="+mj-lt"/>
              </a:rPr>
            </a:br>
            <a:r>
              <a:rPr lang="en-US" sz="2000" dirty="0">
                <a:solidFill>
                  <a:schemeClr val="tx1"/>
                </a:solidFill>
                <a:latin typeface="Aptos Display"/>
                <a:ea typeface="+mj-lt"/>
                <a:cs typeface="+mj-lt"/>
              </a:rPr>
              <a:t>• These two categories contribute the majority of  total  expenses.</a:t>
            </a:r>
            <a:endParaRPr lang="en-US" sz="2000" dirty="0">
              <a:solidFill>
                <a:schemeClr val="tx1"/>
              </a:solidFill>
              <a:latin typeface="Aptos Display"/>
            </a:endParaRPr>
          </a:p>
        </p:txBody>
      </p:sp>
      <p:sp>
        <p:nvSpPr>
          <p:cNvPr id="49" name="Rectangle 48">
            <a:extLst>
              <a:ext uri="{FF2B5EF4-FFF2-40B4-BE49-F238E27FC236}">
                <a16:creationId xmlns:a16="http://schemas.microsoft.com/office/drawing/2014/main" id="{B3B571B5-46EF-72B4-34E2-C7D4D485FC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4122323" cy="6108192"/>
          </a:xfrm>
          <a:prstGeom prst="rect">
            <a:avLst/>
          </a:prstGeom>
          <a:noFill/>
          <a:ln w="6350" cap="sq" cmpd="sng" algn="ctr">
            <a:solidFill>
              <a:schemeClr val="tx1">
                <a:lumMod val="75000"/>
                <a:lumOff val="25000"/>
              </a:schemeClr>
            </a:solidFill>
            <a:prstDash val="solid"/>
            <a:miter lim="800000"/>
          </a:ln>
          <a:effectLst/>
        </p:spPr>
      </p:sp>
      <p:graphicFrame>
        <p:nvGraphicFramePr>
          <p:cNvPr id="6" name="Chart 5">
            <a:extLst>
              <a:ext uri="{FF2B5EF4-FFF2-40B4-BE49-F238E27FC236}">
                <a16:creationId xmlns:a16="http://schemas.microsoft.com/office/drawing/2014/main" id="{A194080A-912B-A273-D4DB-BBD09FE3058D}"/>
              </a:ext>
            </a:extLst>
          </p:cNvPr>
          <p:cNvGraphicFramePr>
            <a:graphicFrameLocks/>
          </p:cNvGraphicFramePr>
          <p:nvPr>
            <p:extLst>
              <p:ext uri="{D42A27DB-BD31-4B8C-83A1-F6EECF244321}">
                <p14:modId xmlns:p14="http://schemas.microsoft.com/office/powerpoint/2010/main" val="3913607680"/>
              </p:ext>
            </p:extLst>
          </p:nvPr>
        </p:nvGraphicFramePr>
        <p:xfrm>
          <a:off x="5008174" y="380102"/>
          <a:ext cx="6541697" cy="587746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05683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85B1578-9B95-463A-91DE-797A98F7E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15" name="Rectangle 14">
            <a:extLst>
              <a:ext uri="{FF2B5EF4-FFF2-40B4-BE49-F238E27FC236}">
                <a16:creationId xmlns:a16="http://schemas.microsoft.com/office/drawing/2014/main" id="{B7753F1F-C532-475B-BE0D-7359EB6F86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useBgFill="1">
        <p:nvSpPr>
          <p:cNvPr id="17" name="Rectangle 16">
            <a:extLst>
              <a:ext uri="{FF2B5EF4-FFF2-40B4-BE49-F238E27FC236}">
                <a16:creationId xmlns:a16="http://schemas.microsoft.com/office/drawing/2014/main" id="{A2AD6B69-E0A0-476D-9EE1-6B69F04C59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6BE10A1-AD5F-4AB3-8A94-41D62B494A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4419599" cy="6382512"/>
          </a:xfrm>
          <a:prstGeom prst="rect">
            <a:avLst/>
          </a:prstGeom>
          <a:solidFill>
            <a:schemeClr val="bg1">
              <a:lumMod val="85000"/>
              <a:alpha val="60000"/>
            </a:schemeClr>
          </a:solidFill>
          <a:ln w="6350" cap="flat" cmpd="sng" algn="ctr">
            <a:noFill/>
            <a:prstDash val="solid"/>
          </a:ln>
          <a:effectLst>
            <a:softEdge rad="0"/>
          </a:effectLst>
        </p:spPr>
      </p:sp>
      <p:sp>
        <p:nvSpPr>
          <p:cNvPr id="2" name="Title 1">
            <a:extLst>
              <a:ext uri="{FF2B5EF4-FFF2-40B4-BE49-F238E27FC236}">
                <a16:creationId xmlns:a16="http://schemas.microsoft.com/office/drawing/2014/main" id="{F088C6C1-57C8-F194-8073-963EDED2419E}"/>
              </a:ext>
            </a:extLst>
          </p:cNvPr>
          <p:cNvSpPr>
            <a:spLocks noGrp="1"/>
          </p:cNvSpPr>
          <p:nvPr>
            <p:ph type="title"/>
          </p:nvPr>
        </p:nvSpPr>
        <p:spPr>
          <a:xfrm>
            <a:off x="573409" y="559477"/>
            <a:ext cx="3765200" cy="5709931"/>
          </a:xfrm>
        </p:spPr>
        <p:txBody>
          <a:bodyPr vert="horz" lIns="91440" tIns="45720" rIns="91440" bIns="45720" rtlCol="0" anchor="ctr">
            <a:normAutofit/>
          </a:bodyPr>
          <a:lstStyle/>
          <a:p>
            <a:pPr algn="ctr"/>
            <a:r>
              <a:rPr lang="en-US" sz="3200" dirty="0">
                <a:solidFill>
                  <a:schemeClr val="accent2"/>
                </a:solidFill>
              </a:rPr>
              <a:t> Monthly Item-wise Expense Analysis </a:t>
            </a:r>
            <a:br>
              <a:rPr lang="en-US" sz="3200" dirty="0">
                <a:solidFill>
                  <a:schemeClr val="accent2"/>
                </a:solidFill>
              </a:rPr>
            </a:br>
            <a:br>
              <a:rPr lang="en-US" sz="3200" dirty="0"/>
            </a:br>
            <a:r>
              <a:rPr lang="en-US" sz="2000" dirty="0">
                <a:solidFill>
                  <a:schemeClr val="tx1"/>
                </a:solidFill>
                <a:latin typeface="Aptos Display"/>
                <a:ea typeface="+mj-lt"/>
                <a:cs typeface="+mj-lt"/>
              </a:rPr>
              <a:t>• Movie spending is highest in June.</a:t>
            </a:r>
            <a:br>
              <a:rPr lang="en-US" sz="2000" dirty="0">
                <a:latin typeface="Aptos Display"/>
              </a:rPr>
            </a:br>
            <a:br>
              <a:rPr lang="en-US" sz="2000" dirty="0">
                <a:latin typeface="Aptos Display"/>
              </a:rPr>
            </a:br>
            <a:r>
              <a:rPr lang="en-US" sz="2000" dirty="0">
                <a:solidFill>
                  <a:schemeClr val="tx1"/>
                </a:solidFill>
                <a:latin typeface="Aptos Display"/>
                <a:ea typeface="+mj-lt"/>
                <a:cs typeface="+mj-lt"/>
              </a:rPr>
              <a:t>• Dining out spending is highest in January.</a:t>
            </a:r>
            <a:br>
              <a:rPr lang="en-US" sz="2000" dirty="0">
                <a:latin typeface="Aptos Display"/>
              </a:rPr>
            </a:br>
            <a:br>
              <a:rPr lang="en-US" sz="2000" dirty="0">
                <a:latin typeface="Aptos Display"/>
              </a:rPr>
            </a:br>
            <a:r>
              <a:rPr lang="en-US" sz="2000" dirty="0">
                <a:solidFill>
                  <a:schemeClr val="tx1"/>
                </a:solidFill>
                <a:latin typeface="Aptos Display"/>
                <a:ea typeface="+mj-lt"/>
                <a:cs typeface="+mj-lt"/>
              </a:rPr>
              <a:t>• Shopping expenses increase in March and June.</a:t>
            </a:r>
            <a:br>
              <a:rPr lang="en-US" sz="2000" dirty="0">
                <a:latin typeface="Aptos Display"/>
              </a:rPr>
            </a:br>
            <a:endParaRPr lang="en-US" sz="2000">
              <a:solidFill>
                <a:schemeClr val="tx1">
                  <a:lumMod val="85000"/>
                  <a:lumOff val="15000"/>
                </a:schemeClr>
              </a:solidFill>
              <a:latin typeface="Aptos Display"/>
            </a:endParaRPr>
          </a:p>
        </p:txBody>
      </p:sp>
      <p:sp>
        <p:nvSpPr>
          <p:cNvPr id="21" name="Rectangle 20">
            <a:extLst>
              <a:ext uri="{FF2B5EF4-FFF2-40B4-BE49-F238E27FC236}">
                <a16:creationId xmlns:a16="http://schemas.microsoft.com/office/drawing/2014/main" id="{5684BFFE-6A90-4311-ACD5-B34177D464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4122323" cy="6108192"/>
          </a:xfrm>
          <a:prstGeom prst="rect">
            <a:avLst/>
          </a:prstGeom>
          <a:noFill/>
          <a:ln w="6350" cap="sq" cmpd="sng" algn="ctr">
            <a:solidFill>
              <a:schemeClr val="tx1">
                <a:lumMod val="75000"/>
                <a:lumOff val="25000"/>
              </a:schemeClr>
            </a:solidFill>
            <a:prstDash val="solid"/>
            <a:miter lim="800000"/>
          </a:ln>
          <a:effectLst/>
        </p:spPr>
      </p:sp>
      <p:graphicFrame>
        <p:nvGraphicFramePr>
          <p:cNvPr id="12" name="Chart 11">
            <a:extLst>
              <a:ext uri="{FF2B5EF4-FFF2-40B4-BE49-F238E27FC236}">
                <a16:creationId xmlns:a16="http://schemas.microsoft.com/office/drawing/2014/main" id="{CE0916C8-1AFC-2AE3-5975-E6A94326A7CA}"/>
              </a:ext>
            </a:extLst>
          </p:cNvPr>
          <p:cNvGraphicFramePr>
            <a:graphicFrameLocks/>
          </p:cNvGraphicFramePr>
          <p:nvPr>
            <p:extLst>
              <p:ext uri="{D42A27DB-BD31-4B8C-83A1-F6EECF244321}">
                <p14:modId xmlns:p14="http://schemas.microsoft.com/office/powerpoint/2010/main" val="3055839463"/>
              </p:ext>
            </p:extLst>
          </p:nvPr>
        </p:nvGraphicFramePr>
        <p:xfrm>
          <a:off x="5194630" y="678523"/>
          <a:ext cx="6427577" cy="551066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12682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E94681D-2A4C-4A8D-B9B5-31D440D03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8DE9B99-ADEF-4DA4-A716-52D0A8BE53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23" name="Rectangle 22">
            <a:extLst>
              <a:ext uri="{FF2B5EF4-FFF2-40B4-BE49-F238E27FC236}">
                <a16:creationId xmlns:a16="http://schemas.microsoft.com/office/drawing/2014/main" id="{6E20860D-8992-496E-BC22-8450E344BE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4" name="Rectangle 23">
            <a:extLst>
              <a:ext uri="{FF2B5EF4-FFF2-40B4-BE49-F238E27FC236}">
                <a16:creationId xmlns:a16="http://schemas.microsoft.com/office/drawing/2014/main" id="{A009E310-C7C2-4F23-B466-4417C8ED3B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5" name="Rectangle 24">
            <a:extLst>
              <a:ext uri="{FF2B5EF4-FFF2-40B4-BE49-F238E27FC236}">
                <a16:creationId xmlns:a16="http://schemas.microsoft.com/office/drawing/2014/main" id="{A4C31FF5-F97E-4082-BFC5-A880DB9F3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01150" y="457200"/>
            <a:ext cx="8533646" cy="5943603"/>
          </a:xfrm>
          <a:prstGeom prst="rect">
            <a:avLst/>
          </a:prstGeom>
          <a:solidFill>
            <a:srgbClr val="FFFFFF"/>
          </a:solidFill>
          <a:ln w="6350" cap="flat" cmpd="sng" algn="ctr">
            <a:noFill/>
            <a:prstDash val="solid"/>
          </a:ln>
          <a:effectLst>
            <a:outerShdw blurRad="50800" algn="ctr" rotWithShape="0">
              <a:prstClr val="black">
                <a:alpha val="66000"/>
              </a:prstClr>
            </a:outerShdw>
            <a:softEdge rad="0"/>
          </a:effectLst>
        </p:spPr>
      </p:sp>
      <p:sp>
        <p:nvSpPr>
          <p:cNvPr id="26" name="Rectangle 25">
            <a:extLst>
              <a:ext uri="{FF2B5EF4-FFF2-40B4-BE49-F238E27FC236}">
                <a16:creationId xmlns:a16="http://schemas.microsoft.com/office/drawing/2014/main" id="{6015B4CE-42DE-4E9B-B800-B5B8142E6F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72467" y="621793"/>
            <a:ext cx="8198780" cy="5614416"/>
          </a:xfrm>
          <a:prstGeom prst="rect">
            <a:avLst/>
          </a:prstGeom>
          <a:solidFill>
            <a:schemeClr val="bg1">
              <a:lumMod val="75000"/>
              <a:alpha val="60000"/>
            </a:schemeClr>
          </a:solidFill>
          <a:ln w="6350" cap="sq" cmpd="sng" algn="ctr">
            <a:noFill/>
            <a:prstDash val="solid"/>
            <a:miter lim="800000"/>
          </a:ln>
          <a:effectLst/>
        </p:spPr>
      </p:sp>
      <p:sp>
        <p:nvSpPr>
          <p:cNvPr id="2" name="Title 1">
            <a:extLst>
              <a:ext uri="{FF2B5EF4-FFF2-40B4-BE49-F238E27FC236}">
                <a16:creationId xmlns:a16="http://schemas.microsoft.com/office/drawing/2014/main" id="{66AF6F03-5A07-8C13-4301-35EB319C1A83}"/>
              </a:ext>
            </a:extLst>
          </p:cNvPr>
          <p:cNvSpPr>
            <a:spLocks noGrp="1"/>
          </p:cNvSpPr>
          <p:nvPr>
            <p:ph type="title"/>
          </p:nvPr>
        </p:nvSpPr>
        <p:spPr>
          <a:xfrm>
            <a:off x="3844616" y="881210"/>
            <a:ext cx="7417925" cy="1517035"/>
          </a:xfrm>
        </p:spPr>
        <p:txBody>
          <a:bodyPr vert="horz" lIns="91440" tIns="45720" rIns="91440" bIns="45720" rtlCol="0" anchor="ctr">
            <a:normAutofit/>
          </a:bodyPr>
          <a:lstStyle/>
          <a:p>
            <a:r>
              <a:rPr lang="en-US" dirty="0">
                <a:solidFill>
                  <a:schemeClr val="accent2"/>
                </a:solidFill>
              </a:rPr>
              <a:t>Savings Analysis and Recommendations</a:t>
            </a:r>
          </a:p>
        </p:txBody>
      </p:sp>
      <p:sp>
        <p:nvSpPr>
          <p:cNvPr id="4" name="Content Placeholder 3">
            <a:extLst>
              <a:ext uri="{FF2B5EF4-FFF2-40B4-BE49-F238E27FC236}">
                <a16:creationId xmlns:a16="http://schemas.microsoft.com/office/drawing/2014/main" id="{DE146FA3-031F-4E3B-D2E7-EB7CC6B17271}"/>
              </a:ext>
            </a:extLst>
          </p:cNvPr>
          <p:cNvSpPr>
            <a:spLocks noGrp="1"/>
          </p:cNvSpPr>
          <p:nvPr>
            <p:ph sz="quarter" idx="11"/>
          </p:nvPr>
        </p:nvSpPr>
        <p:spPr>
          <a:xfrm>
            <a:off x="3844616" y="2626840"/>
            <a:ext cx="7245103" cy="3131777"/>
          </a:xfrm>
        </p:spPr>
        <p:txBody>
          <a:bodyPr vert="horz" lIns="91440" tIns="45720" rIns="91440" bIns="45720" rtlCol="0" anchor="t">
            <a:noAutofit/>
          </a:bodyPr>
          <a:lstStyle/>
          <a:p>
            <a:r>
              <a:rPr lang="en-US" sz="2400" dirty="0">
                <a:solidFill>
                  <a:srgbClr val="7030A0"/>
                </a:solidFill>
                <a:ea typeface="+mn-lt"/>
                <a:cs typeface="+mn-lt"/>
              </a:rPr>
              <a:t>•</a:t>
            </a:r>
            <a:r>
              <a:rPr lang="en-US" sz="2400" dirty="0">
                <a:solidFill>
                  <a:srgbClr val="7030A0"/>
                </a:solidFill>
                <a:latin typeface="Garamond"/>
                <a:ea typeface="+mn-lt"/>
                <a:cs typeface="+mn-lt"/>
              </a:rPr>
              <a:t> </a:t>
            </a:r>
            <a:r>
              <a:rPr lang="en-US" sz="2400" dirty="0">
                <a:solidFill>
                  <a:srgbClr val="7030A0"/>
                </a:solidFill>
                <a:latin typeface="Aptos Display"/>
                <a:ea typeface="+mn-lt"/>
                <a:cs typeface="+mn-lt"/>
              </a:rPr>
              <a:t>Grocery and Ticket &amp; Bills are the highest expense categories and should be monitored.</a:t>
            </a:r>
            <a:endParaRPr lang="en-US" sz="2400" dirty="0"/>
          </a:p>
          <a:p>
            <a:pPr>
              <a:buClr>
                <a:srgbClr val="262626"/>
              </a:buClr>
            </a:pPr>
            <a:r>
              <a:rPr lang="en-US" sz="2400" dirty="0">
                <a:solidFill>
                  <a:srgbClr val="7030A0"/>
                </a:solidFill>
                <a:ea typeface="+mn-lt"/>
                <a:cs typeface="+mn-lt"/>
              </a:rPr>
              <a:t>•</a:t>
            </a:r>
            <a:r>
              <a:rPr lang="en-US" sz="2400" dirty="0">
                <a:solidFill>
                  <a:srgbClr val="7030A0"/>
                </a:solidFill>
                <a:latin typeface="Aptos Display"/>
              </a:rPr>
              <a:t>  Entertainment, shopping, and online food orders are high and can be reduced.</a:t>
            </a:r>
          </a:p>
          <a:p>
            <a:pPr>
              <a:buClr>
                <a:srgbClr val="262626"/>
              </a:buClr>
            </a:pPr>
            <a:r>
              <a:rPr lang="en-US" sz="2400" dirty="0">
                <a:solidFill>
                  <a:srgbClr val="7030A0"/>
                </a:solidFill>
                <a:ea typeface="+mn-lt"/>
                <a:cs typeface="+mn-lt"/>
              </a:rPr>
              <a:t>•</a:t>
            </a:r>
            <a:r>
              <a:rPr lang="en-US" sz="2400" dirty="0">
                <a:solidFill>
                  <a:srgbClr val="7030A0"/>
                </a:solidFill>
                <a:latin typeface="Aptos Display"/>
              </a:rPr>
              <a:t>  Setting monthly spending limits and avoiding impulse purchases will control expenses.</a:t>
            </a:r>
          </a:p>
          <a:p>
            <a:pPr>
              <a:buClr>
                <a:srgbClr val="262626"/>
              </a:buClr>
            </a:pPr>
            <a:r>
              <a:rPr lang="en-US" sz="2400" dirty="0">
                <a:solidFill>
                  <a:srgbClr val="7030A0"/>
                </a:solidFill>
                <a:ea typeface="+mn-lt"/>
                <a:cs typeface="+mn-lt"/>
              </a:rPr>
              <a:t>•</a:t>
            </a:r>
            <a:r>
              <a:rPr lang="en-US" sz="2400" dirty="0">
                <a:solidFill>
                  <a:srgbClr val="7030A0"/>
                </a:solidFill>
                <a:latin typeface="Aptos Display"/>
              </a:rPr>
              <a:t>  Saving a fixed amount immediately after salary will improve long-term savings.</a:t>
            </a:r>
          </a:p>
          <a:p>
            <a:pPr>
              <a:buClr>
                <a:srgbClr val="262626"/>
              </a:buClr>
            </a:pPr>
            <a:endParaRPr lang="en-US" sz="2400" dirty="0">
              <a:solidFill>
                <a:schemeClr val="tx1"/>
              </a:solidFill>
            </a:endParaRPr>
          </a:p>
        </p:txBody>
      </p:sp>
    </p:spTree>
    <p:extLst>
      <p:ext uri="{BB962C8B-B14F-4D97-AF65-F5344CB8AC3E}">
        <p14:creationId xmlns:p14="http://schemas.microsoft.com/office/powerpoint/2010/main" val="4241104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05AA1-F0A9-E2E0-47D9-E3B4CB9DB15B}"/>
              </a:ext>
            </a:extLst>
          </p:cNvPr>
          <p:cNvSpPr>
            <a:spLocks noGrp="1"/>
          </p:cNvSpPr>
          <p:nvPr>
            <p:ph type="ctrTitle"/>
          </p:nvPr>
        </p:nvSpPr>
        <p:spPr>
          <a:xfrm>
            <a:off x="1629103" y="2244830"/>
            <a:ext cx="8933796" cy="1689610"/>
          </a:xfrm>
        </p:spPr>
        <p:txBody>
          <a:bodyPr/>
          <a:lstStyle/>
          <a:p>
            <a:r>
              <a:rPr lang="en-US"/>
              <a:t>THANK YOU</a:t>
            </a:r>
          </a:p>
        </p:txBody>
      </p:sp>
      <p:sp>
        <p:nvSpPr>
          <p:cNvPr id="4" name="Content Placeholder 3">
            <a:extLst>
              <a:ext uri="{FF2B5EF4-FFF2-40B4-BE49-F238E27FC236}">
                <a16:creationId xmlns:a16="http://schemas.microsoft.com/office/drawing/2014/main" id="{09C4133F-A2BA-FAB9-2B1C-43454DF496B6}"/>
              </a:ext>
            </a:extLst>
          </p:cNvPr>
          <p:cNvSpPr>
            <a:spLocks noGrp="1"/>
          </p:cNvSpPr>
          <p:nvPr>
            <p:ph type="subTitle" idx="1"/>
          </p:nvPr>
        </p:nvSpPr>
        <p:spPr>
          <a:xfrm>
            <a:off x="1629101" y="4653307"/>
            <a:ext cx="8936846" cy="485956"/>
          </a:xfrm>
        </p:spPr>
        <p:txBody>
          <a:bodyPr vert="horz" lIns="91440" tIns="45720" rIns="91440" bIns="45720" rtlCol="0" anchor="t">
            <a:normAutofit/>
          </a:bodyPr>
          <a:lstStyle/>
          <a:p>
            <a:r>
              <a:rPr lang="en-US" dirty="0">
                <a:solidFill>
                  <a:srgbClr val="821B87"/>
                </a:solidFill>
              </a:rPr>
              <a:t>Thank you for your attention</a:t>
            </a:r>
          </a:p>
        </p:txBody>
      </p:sp>
    </p:spTree>
    <p:extLst>
      <p:ext uri="{BB962C8B-B14F-4D97-AF65-F5344CB8AC3E}">
        <p14:creationId xmlns:p14="http://schemas.microsoft.com/office/powerpoint/2010/main" val="54442131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Custom 8">
      <a:dk1>
        <a:sysClr val="windowText" lastClr="000000"/>
      </a:dk1>
      <a:lt1>
        <a:sysClr val="window" lastClr="FFFFFF"/>
      </a:lt1>
      <a:dk2>
        <a:srgbClr val="696464"/>
      </a:dk2>
      <a:lt2>
        <a:srgbClr val="E9E5DC"/>
      </a:lt2>
      <a:accent1>
        <a:srgbClr val="96A9A9"/>
      </a:accent1>
      <a:accent2>
        <a:srgbClr val="CB581F"/>
      </a:accent2>
      <a:accent3>
        <a:srgbClr val="A28E6A"/>
      </a:accent3>
      <a:accent4>
        <a:srgbClr val="956251"/>
      </a:accent4>
      <a:accent5>
        <a:srgbClr val="918485"/>
      </a:accent5>
      <a:accent6>
        <a:srgbClr val="855D5D"/>
      </a:accent6>
      <a:hlink>
        <a:srgbClr val="D0690C"/>
      </a:hlink>
      <a:folHlink>
        <a:srgbClr val="9696A0"/>
      </a:folHlink>
    </a:clrScheme>
    <a:fontScheme name="Savon">
      <a:maj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94D4956A-58D5-480A-BCDA-53092DBAA2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FCF2BD5-DE13-4F89-A44B-1244AAFA74B9}">
  <ds:schemaRefs>
    <ds:schemaRef ds:uri="http://schemas.microsoft.com/sharepoint/v3/contenttype/forms"/>
  </ds:schemaRefs>
</ds:datastoreItem>
</file>

<file path=customXml/itemProps3.xml><?xml version="1.0" encoding="utf-8"?>
<ds:datastoreItem xmlns:ds="http://schemas.openxmlformats.org/officeDocument/2006/customXml" ds:itemID="{457085EF-B99E-49B5-8168-B93B76F18C94}">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_SavonVTI</Template>
  <TotalTime>0</TotalTime>
  <Words>542</Words>
  <Application>Microsoft Office PowerPoint</Application>
  <PresentationFormat>Widescreen</PresentationFormat>
  <Paragraphs>99</Paragraphs>
  <Slides>10</Slides>
  <Notes>1</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SavonVTI</vt:lpstr>
      <vt:lpstr>Nitin   Six-Month Financial Summary</vt:lpstr>
      <vt:lpstr>Agenda</vt:lpstr>
      <vt:lpstr>Introduction</vt:lpstr>
      <vt:lpstr>Objectives</vt:lpstr>
      <vt:lpstr>Month-wise Expense Trend  February has the highest total expense.  March has comparatively lower spending than other months.  Expenses fluctuate across months. </vt:lpstr>
      <vt:lpstr>Category wise Expenses (Data Bars)  ◦ Grocery has the largest expense, shown by the longest data bar.  Doctor and Medicine shows the lowest spending.   Ticket and Bills has the second highest expense. </vt:lpstr>
      <vt:lpstr>Top 2 Expense Categories  • Grocery is the highest spending category.  • Ticket and Bills is the second highest category.  • These two categories contribute the majority of  total  expenses.</vt:lpstr>
      <vt:lpstr> Monthly Item-wise Expense Analysis   • Movie spending is highest in June.  • Dining out spending is highest in January.  • Shopping expenses increase in March and June. </vt:lpstr>
      <vt:lpstr>Savings Analysis and Recommendations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740</cp:revision>
  <dcterms:created xsi:type="dcterms:W3CDTF">2026-01-13T10:03:45Z</dcterms:created>
  <dcterms:modified xsi:type="dcterms:W3CDTF">2026-01-14T07:36:56Z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